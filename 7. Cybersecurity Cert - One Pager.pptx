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Lst>
  <p:sldSz cy="10058400" cx="7772400"/>
  <p:notesSz cx="6858000" cy="9144000"/>
  <p:embeddedFontLst>
    <p:embeddedFont>
      <p:font typeface="Roboto"/>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168">
          <p15:clr>
            <a:srgbClr val="A4A3A4"/>
          </p15:clr>
        </p15:guide>
        <p15:guide id="2" pos="2448">
          <p15:clr>
            <a:srgbClr val="A4A3A4"/>
          </p15:clr>
        </p15:guide>
      </p15:sldGuideLst>
    </p:ext>
    <p:ext uri="GoogleSlidesCustomDataVersion2">
      <go:slidesCustomData xmlns:go="http://customooxmlschemas.google.com/" r:id="rId13" roundtripDataSignature="AMtx7mgNmfKfBqNJUNjoZkEMo04V/O3tpQ=="/>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Trang Nguyen"/>
  <p:cmAuthor clrIdx="1" id="1" initials="" lastIdx="1" name="Trần Hà Mỹ Lợi"/>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68" orient="horz"/>
        <p:guide pos="2448"/>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italic.fntdata"/><Relationship Id="rId10" Type="http://schemas.openxmlformats.org/officeDocument/2006/relationships/font" Target="fonts/Roboto-bold.fntdata"/><Relationship Id="rId13" Type="http://customschemas.google.com/relationships/presentationmetadata" Target="metadata"/><Relationship Id="rId12"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font" Target="fonts/Robot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3-11-14T02:55:49.598">
    <p:pos x="754" y="4882"/>
    <p:text>change link to NIC one once its launched</p:text>
    <p:extLst>
      <p:ext uri="{C676402C-5697-4E1C-873F-D02D1690AC5C}">
        <p15:threadingInfo timeZoneBias="0"/>
      </p:ext>
      <p:ext uri="http://customooxmlschemas.google.com/">
        <go:slidesCustomData xmlns:go="http://customooxmlschemas.google.com/" commentPostId="AAABAb5ALvg"/>
      </p:ext>
    </p:extLst>
  </p:cm>
  <p:cm authorId="1" idx="1" dt="2023-11-14T02:55:49.598">
    <p:pos x="754" y="4882"/>
    <p:text>Yes em, i will update the link from NIC website.</p:text>
    <p:extLst>
      <p:ext uri="{C676402C-5697-4E1C-873F-D02D1690AC5C}">
        <p15:threadingInfo timeZoneBias="0">
          <p15:parentCm authorId="0" idx="1"/>
        </p15:threadingInfo>
      </p:ext>
      <p:ext uri="http://customooxmlschemas.google.com/">
        <go:slidesCustomData xmlns:go="http://customooxmlschemas.google.com/" commentPostId="AAABAb5ALv4"/>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104480" y="685800"/>
            <a:ext cx="2649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2105025" y="685800"/>
            <a:ext cx="264953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2105025" y="685800"/>
            <a:ext cx="2649538"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4"/>
          <p:cNvSpPr txBox="1"/>
          <p:nvPr>
            <p:ph type="ctrTitle"/>
          </p:nvPr>
        </p:nvSpPr>
        <p:spPr>
          <a:xfrm>
            <a:off x="264952" y="1456058"/>
            <a:ext cx="7242900" cy="40143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11" name="Google Shape;11;p4"/>
          <p:cNvSpPr txBox="1"/>
          <p:nvPr>
            <p:ph idx="1" type="subTitle"/>
          </p:nvPr>
        </p:nvSpPr>
        <p:spPr>
          <a:xfrm>
            <a:off x="264945" y="5542289"/>
            <a:ext cx="7242900" cy="1549800"/>
          </a:xfrm>
          <a:prstGeom prst="rect">
            <a:avLst/>
          </a:prstGeom>
          <a:noFill/>
          <a:ln>
            <a:noFill/>
          </a:ln>
        </p:spPr>
        <p:txBody>
          <a:bodyPr anchorCtr="0" anchor="t" bIns="111375" lIns="111375" spcFirstLastPara="1" rIns="111375" wrap="square" tIns="1113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4"/>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pic>
        <p:nvPicPr>
          <p:cNvPr descr="Grow with Google logo" id="13" name="Google Shape;13;p4" title="Grow with Google logo"/>
          <p:cNvPicPr preferRelativeResize="0"/>
          <p:nvPr/>
        </p:nvPicPr>
        <p:blipFill rotWithShape="1">
          <a:blip r:embed="rId2">
            <a:alphaModFix/>
          </a:blip>
          <a:srcRect b="0" l="0" r="0" t="0"/>
          <a:stretch/>
        </p:blipFill>
        <p:spPr>
          <a:xfrm>
            <a:off x="2579102" y="546825"/>
            <a:ext cx="2614201" cy="354224"/>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5"/>
          <p:cNvSpPr txBox="1"/>
          <p:nvPr>
            <p:ph type="title"/>
          </p:nvPr>
        </p:nvSpPr>
        <p:spPr>
          <a:xfrm>
            <a:off x="264945" y="4206107"/>
            <a:ext cx="7242900" cy="1645800"/>
          </a:xfrm>
          <a:prstGeom prst="rect">
            <a:avLst/>
          </a:prstGeom>
          <a:noFill/>
          <a:ln>
            <a:noFill/>
          </a:ln>
        </p:spPr>
        <p:txBody>
          <a:bodyPr anchorCtr="0" anchor="ctr" bIns="111375" lIns="111375" spcFirstLastPara="1" rIns="111375" wrap="square" tIns="111375">
            <a:normAutofit/>
          </a:bodyPr>
          <a:lstStyle>
            <a:lvl1pPr lvl="0" algn="ctr">
              <a:lnSpc>
                <a:spcPct val="100000"/>
              </a:lnSpc>
              <a:spcBef>
                <a:spcPts val="0"/>
              </a:spcBef>
              <a:spcAft>
                <a:spcPts val="0"/>
              </a:spcAft>
              <a:buSzPts val="4300"/>
              <a:buNone/>
              <a:defRPr sz="4300"/>
            </a:lvl1pPr>
            <a:lvl2pPr lvl="1" algn="ctr">
              <a:lnSpc>
                <a:spcPct val="100000"/>
              </a:lnSpc>
              <a:spcBef>
                <a:spcPts val="0"/>
              </a:spcBef>
              <a:spcAft>
                <a:spcPts val="0"/>
              </a:spcAft>
              <a:buSzPts val="4300"/>
              <a:buNone/>
              <a:defRPr sz="4300"/>
            </a:lvl2pPr>
            <a:lvl3pPr lvl="2" algn="ctr">
              <a:lnSpc>
                <a:spcPct val="100000"/>
              </a:lnSpc>
              <a:spcBef>
                <a:spcPts val="0"/>
              </a:spcBef>
              <a:spcAft>
                <a:spcPts val="0"/>
              </a:spcAft>
              <a:buSzPts val="4300"/>
              <a:buNone/>
              <a:defRPr sz="4300"/>
            </a:lvl3pPr>
            <a:lvl4pPr lvl="3" algn="ctr">
              <a:lnSpc>
                <a:spcPct val="100000"/>
              </a:lnSpc>
              <a:spcBef>
                <a:spcPts val="0"/>
              </a:spcBef>
              <a:spcAft>
                <a:spcPts val="0"/>
              </a:spcAft>
              <a:buSzPts val="4300"/>
              <a:buNone/>
              <a:defRPr sz="4300"/>
            </a:lvl4pPr>
            <a:lvl5pPr lvl="4" algn="ctr">
              <a:lnSpc>
                <a:spcPct val="100000"/>
              </a:lnSpc>
              <a:spcBef>
                <a:spcPts val="0"/>
              </a:spcBef>
              <a:spcAft>
                <a:spcPts val="0"/>
              </a:spcAft>
              <a:buSzPts val="4300"/>
              <a:buNone/>
              <a:defRPr sz="4300"/>
            </a:lvl5pPr>
            <a:lvl6pPr lvl="5" algn="ctr">
              <a:lnSpc>
                <a:spcPct val="100000"/>
              </a:lnSpc>
              <a:spcBef>
                <a:spcPts val="0"/>
              </a:spcBef>
              <a:spcAft>
                <a:spcPts val="0"/>
              </a:spcAft>
              <a:buSzPts val="4300"/>
              <a:buNone/>
              <a:defRPr sz="4300"/>
            </a:lvl6pPr>
            <a:lvl7pPr lvl="6" algn="ctr">
              <a:lnSpc>
                <a:spcPct val="100000"/>
              </a:lnSpc>
              <a:spcBef>
                <a:spcPts val="0"/>
              </a:spcBef>
              <a:spcAft>
                <a:spcPts val="0"/>
              </a:spcAft>
              <a:buSzPts val="4300"/>
              <a:buNone/>
              <a:defRPr sz="4300"/>
            </a:lvl7pPr>
            <a:lvl8pPr lvl="7" algn="ctr">
              <a:lnSpc>
                <a:spcPct val="100000"/>
              </a:lnSpc>
              <a:spcBef>
                <a:spcPts val="0"/>
              </a:spcBef>
              <a:spcAft>
                <a:spcPts val="0"/>
              </a:spcAft>
              <a:buSzPts val="4300"/>
              <a:buNone/>
              <a:defRPr sz="4300"/>
            </a:lvl8pPr>
            <a:lvl9pPr lvl="8" algn="ctr">
              <a:lnSpc>
                <a:spcPct val="100000"/>
              </a:lnSpc>
              <a:spcBef>
                <a:spcPts val="0"/>
              </a:spcBef>
              <a:spcAft>
                <a:spcPts val="0"/>
              </a:spcAft>
              <a:buSzPts val="4300"/>
              <a:buNone/>
              <a:defRPr sz="4300"/>
            </a:lvl9pPr>
          </a:lstStyle>
          <a:p/>
        </p:txBody>
      </p:sp>
      <p:sp>
        <p:nvSpPr>
          <p:cNvPr id="16" name="Google Shape;16;p5"/>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6"/>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pic>
        <p:nvPicPr>
          <p:cNvPr id="19" name="Google Shape;19;p6"/>
          <p:cNvPicPr preferRelativeResize="0"/>
          <p:nvPr/>
        </p:nvPicPr>
        <p:blipFill rotWithShape="1">
          <a:blip r:embed="rId2">
            <a:alphaModFix/>
          </a:blip>
          <a:srcRect b="0" l="0" r="0" t="0"/>
          <a:stretch/>
        </p:blipFill>
        <p:spPr>
          <a:xfrm>
            <a:off x="3183173" y="546825"/>
            <a:ext cx="1526000" cy="2067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7"/>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22" name="Google Shape;22;p7"/>
          <p:cNvSpPr txBox="1"/>
          <p:nvPr>
            <p:ph idx="1" type="body"/>
          </p:nvPr>
        </p:nvSpPr>
        <p:spPr>
          <a:xfrm>
            <a:off x="264945" y="2253729"/>
            <a:ext cx="3399900" cy="6681300"/>
          </a:xfrm>
          <a:prstGeom prst="rect">
            <a:avLst/>
          </a:prstGeom>
          <a:noFill/>
          <a:ln>
            <a:noFill/>
          </a:ln>
        </p:spPr>
        <p:txBody>
          <a:bodyPr anchorCtr="0" anchor="t" bIns="111375" lIns="111375" spcFirstLastPara="1" rIns="111375" wrap="square" tIns="111375">
            <a:normAutofit/>
          </a:bodyPr>
          <a:lstStyle>
            <a:lvl1pPr indent="-342900" lvl="0" marL="457200" algn="l">
              <a:lnSpc>
                <a:spcPct val="115000"/>
              </a:lnSpc>
              <a:spcBef>
                <a:spcPts val="0"/>
              </a:spcBef>
              <a:spcAft>
                <a:spcPts val="0"/>
              </a:spcAft>
              <a:buSzPts val="1800"/>
              <a:buChar char="●"/>
              <a:defRPr sz="18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23" name="Google Shape;23;p7"/>
          <p:cNvSpPr txBox="1"/>
          <p:nvPr>
            <p:ph idx="2" type="body"/>
          </p:nvPr>
        </p:nvSpPr>
        <p:spPr>
          <a:xfrm>
            <a:off x="4107540" y="2253729"/>
            <a:ext cx="3399900" cy="6681300"/>
          </a:xfrm>
          <a:prstGeom prst="rect">
            <a:avLst/>
          </a:prstGeom>
          <a:noFill/>
          <a:ln>
            <a:noFill/>
          </a:ln>
        </p:spPr>
        <p:txBody>
          <a:bodyPr anchorCtr="0" anchor="t" bIns="111375" lIns="111375" spcFirstLastPara="1" rIns="111375" wrap="square" tIns="111375">
            <a:normAutofit/>
          </a:bodyPr>
          <a:lstStyle>
            <a:lvl1pPr indent="-342900" lvl="0" marL="457200" algn="l">
              <a:lnSpc>
                <a:spcPct val="115000"/>
              </a:lnSpc>
              <a:spcBef>
                <a:spcPts val="0"/>
              </a:spcBef>
              <a:spcAft>
                <a:spcPts val="0"/>
              </a:spcAft>
              <a:buSzPts val="1800"/>
              <a:buChar char="●"/>
              <a:defRPr sz="18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24" name="Google Shape;24;p7"/>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8"/>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algn="l">
              <a:lnSpc>
                <a:spcPct val="100000"/>
              </a:lnSpc>
              <a:spcBef>
                <a:spcPts val="0"/>
              </a:spcBef>
              <a:spcAft>
                <a:spcPts val="0"/>
              </a:spcAft>
              <a:buSzPts val="3300"/>
              <a:buNone/>
              <a:defRPr/>
            </a:lvl1pPr>
            <a:lvl2pPr lvl="1" algn="l">
              <a:lnSpc>
                <a:spcPct val="100000"/>
              </a:lnSpc>
              <a:spcBef>
                <a:spcPts val="0"/>
              </a:spcBef>
              <a:spcAft>
                <a:spcPts val="0"/>
              </a:spcAft>
              <a:buSzPts val="3300"/>
              <a:buNone/>
              <a:defRPr/>
            </a:lvl2pPr>
            <a:lvl3pPr lvl="2" algn="l">
              <a:lnSpc>
                <a:spcPct val="100000"/>
              </a:lnSpc>
              <a:spcBef>
                <a:spcPts val="0"/>
              </a:spcBef>
              <a:spcAft>
                <a:spcPts val="0"/>
              </a:spcAft>
              <a:buSzPts val="3300"/>
              <a:buNone/>
              <a:defRPr/>
            </a:lvl3pPr>
            <a:lvl4pPr lvl="3" algn="l">
              <a:lnSpc>
                <a:spcPct val="100000"/>
              </a:lnSpc>
              <a:spcBef>
                <a:spcPts val="0"/>
              </a:spcBef>
              <a:spcAft>
                <a:spcPts val="0"/>
              </a:spcAft>
              <a:buSzPts val="3300"/>
              <a:buNone/>
              <a:defRPr/>
            </a:lvl4pPr>
            <a:lvl5pPr lvl="4" algn="l">
              <a:lnSpc>
                <a:spcPct val="100000"/>
              </a:lnSpc>
              <a:spcBef>
                <a:spcPts val="0"/>
              </a:spcBef>
              <a:spcAft>
                <a:spcPts val="0"/>
              </a:spcAft>
              <a:buSzPts val="3300"/>
              <a:buNone/>
              <a:defRPr/>
            </a:lvl5pPr>
            <a:lvl6pPr lvl="5" algn="l">
              <a:lnSpc>
                <a:spcPct val="100000"/>
              </a:lnSpc>
              <a:spcBef>
                <a:spcPts val="0"/>
              </a:spcBef>
              <a:spcAft>
                <a:spcPts val="0"/>
              </a:spcAft>
              <a:buSzPts val="3300"/>
              <a:buNone/>
              <a:defRPr/>
            </a:lvl6pPr>
            <a:lvl7pPr lvl="6" algn="l">
              <a:lnSpc>
                <a:spcPct val="100000"/>
              </a:lnSpc>
              <a:spcBef>
                <a:spcPts val="0"/>
              </a:spcBef>
              <a:spcAft>
                <a:spcPts val="0"/>
              </a:spcAft>
              <a:buSzPts val="3300"/>
              <a:buNone/>
              <a:defRPr/>
            </a:lvl7pPr>
            <a:lvl8pPr lvl="7" algn="l">
              <a:lnSpc>
                <a:spcPct val="100000"/>
              </a:lnSpc>
              <a:spcBef>
                <a:spcPts val="0"/>
              </a:spcBef>
              <a:spcAft>
                <a:spcPts val="0"/>
              </a:spcAft>
              <a:buSzPts val="3300"/>
              <a:buNone/>
              <a:defRPr/>
            </a:lvl8pPr>
            <a:lvl9pPr lvl="8" algn="l">
              <a:lnSpc>
                <a:spcPct val="100000"/>
              </a:lnSpc>
              <a:spcBef>
                <a:spcPts val="0"/>
              </a:spcBef>
              <a:spcAft>
                <a:spcPts val="0"/>
              </a:spcAft>
              <a:buSzPts val="3300"/>
              <a:buNone/>
              <a:defRPr/>
            </a:lvl9pPr>
          </a:lstStyle>
          <a:p/>
        </p:txBody>
      </p:sp>
      <p:sp>
        <p:nvSpPr>
          <p:cNvPr id="27" name="Google Shape;27;p8"/>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9"/>
          <p:cNvSpPr txBox="1"/>
          <p:nvPr>
            <p:ph type="title"/>
          </p:nvPr>
        </p:nvSpPr>
        <p:spPr>
          <a:xfrm>
            <a:off x="264945" y="1086507"/>
            <a:ext cx="2386500" cy="1477500"/>
          </a:xfrm>
          <a:prstGeom prst="rect">
            <a:avLst/>
          </a:prstGeom>
          <a:noFill/>
          <a:ln>
            <a:noFill/>
          </a:ln>
        </p:spPr>
        <p:txBody>
          <a:bodyPr anchorCtr="0" anchor="b" bIns="111375" lIns="111375" spcFirstLastPara="1" rIns="111375" wrap="square" tIns="111375">
            <a:norm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30" name="Google Shape;30;p9"/>
          <p:cNvSpPr txBox="1"/>
          <p:nvPr>
            <p:ph idx="1" type="body"/>
          </p:nvPr>
        </p:nvSpPr>
        <p:spPr>
          <a:xfrm>
            <a:off x="264945" y="2717440"/>
            <a:ext cx="2386500" cy="6217200"/>
          </a:xfrm>
          <a:prstGeom prst="rect">
            <a:avLst/>
          </a:prstGeom>
          <a:noFill/>
          <a:ln>
            <a:noFill/>
          </a:ln>
        </p:spPr>
        <p:txBody>
          <a:bodyPr anchorCtr="0" anchor="t" bIns="111375" lIns="111375" spcFirstLastPara="1" rIns="111375" wrap="square" tIns="111375">
            <a:normAutofit/>
          </a:bodyPr>
          <a:lstStyle>
            <a:lvl1pPr indent="-323850" lvl="0" marL="457200" algn="l">
              <a:lnSpc>
                <a:spcPct val="115000"/>
              </a:lnSpc>
              <a:spcBef>
                <a:spcPts val="0"/>
              </a:spcBef>
              <a:spcAft>
                <a:spcPts val="0"/>
              </a:spcAft>
              <a:buSzPts val="1500"/>
              <a:buChar char="●"/>
              <a:defRPr sz="1500"/>
            </a:lvl1pPr>
            <a:lvl2pPr indent="-323850" lvl="1" marL="914400" algn="l">
              <a:lnSpc>
                <a:spcPct val="115000"/>
              </a:lnSpc>
              <a:spcBef>
                <a:spcPts val="0"/>
              </a:spcBef>
              <a:spcAft>
                <a:spcPts val="0"/>
              </a:spcAft>
              <a:buSzPts val="1500"/>
              <a:buChar char="○"/>
              <a:defRPr sz="1500"/>
            </a:lvl2pPr>
            <a:lvl3pPr indent="-323850" lvl="2" marL="1371600" algn="l">
              <a:lnSpc>
                <a:spcPct val="115000"/>
              </a:lnSpc>
              <a:spcBef>
                <a:spcPts val="0"/>
              </a:spcBef>
              <a:spcAft>
                <a:spcPts val="0"/>
              </a:spcAft>
              <a:buSzPts val="1500"/>
              <a:buChar char="■"/>
              <a:defRPr sz="1500"/>
            </a:lvl3pPr>
            <a:lvl4pPr indent="-323850" lvl="3" marL="1828800" algn="l">
              <a:lnSpc>
                <a:spcPct val="115000"/>
              </a:lnSpc>
              <a:spcBef>
                <a:spcPts val="0"/>
              </a:spcBef>
              <a:spcAft>
                <a:spcPts val="0"/>
              </a:spcAft>
              <a:buSzPts val="1500"/>
              <a:buChar char="●"/>
              <a:defRPr sz="1500"/>
            </a:lvl4pPr>
            <a:lvl5pPr indent="-323850" lvl="4" marL="2286000" algn="l">
              <a:lnSpc>
                <a:spcPct val="115000"/>
              </a:lnSpc>
              <a:spcBef>
                <a:spcPts val="0"/>
              </a:spcBef>
              <a:spcAft>
                <a:spcPts val="0"/>
              </a:spcAft>
              <a:buSzPts val="1500"/>
              <a:buChar char="○"/>
              <a:defRPr sz="1500"/>
            </a:lvl5pPr>
            <a:lvl6pPr indent="-323850" lvl="5" marL="2743200" algn="l">
              <a:lnSpc>
                <a:spcPct val="115000"/>
              </a:lnSpc>
              <a:spcBef>
                <a:spcPts val="0"/>
              </a:spcBef>
              <a:spcAft>
                <a:spcPts val="0"/>
              </a:spcAft>
              <a:buSzPts val="1500"/>
              <a:buChar char="■"/>
              <a:defRPr sz="1500"/>
            </a:lvl6pPr>
            <a:lvl7pPr indent="-323850" lvl="6" marL="3200400" algn="l">
              <a:lnSpc>
                <a:spcPct val="115000"/>
              </a:lnSpc>
              <a:spcBef>
                <a:spcPts val="0"/>
              </a:spcBef>
              <a:spcAft>
                <a:spcPts val="0"/>
              </a:spcAft>
              <a:buSzPts val="1500"/>
              <a:buChar char="●"/>
              <a:defRPr sz="1500"/>
            </a:lvl7pPr>
            <a:lvl8pPr indent="-323850" lvl="7" marL="3657600" algn="l">
              <a:lnSpc>
                <a:spcPct val="115000"/>
              </a:lnSpc>
              <a:spcBef>
                <a:spcPts val="0"/>
              </a:spcBef>
              <a:spcAft>
                <a:spcPts val="0"/>
              </a:spcAft>
              <a:buSzPts val="1500"/>
              <a:buChar char="○"/>
              <a:defRPr sz="1500"/>
            </a:lvl8pPr>
            <a:lvl9pPr indent="-323850" lvl="8" marL="4114800" algn="l">
              <a:lnSpc>
                <a:spcPct val="115000"/>
              </a:lnSpc>
              <a:spcBef>
                <a:spcPts val="0"/>
              </a:spcBef>
              <a:spcAft>
                <a:spcPts val="0"/>
              </a:spcAft>
              <a:buSzPts val="1500"/>
              <a:buChar char="■"/>
              <a:defRPr sz="1500"/>
            </a:lvl9pPr>
          </a:lstStyle>
          <a:p/>
        </p:txBody>
      </p:sp>
      <p:sp>
        <p:nvSpPr>
          <p:cNvPr id="31" name="Google Shape;31;p9"/>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0"/>
          <p:cNvSpPr txBox="1"/>
          <p:nvPr>
            <p:ph type="title"/>
          </p:nvPr>
        </p:nvSpPr>
        <p:spPr>
          <a:xfrm>
            <a:off x="416713" y="880293"/>
            <a:ext cx="5412600" cy="7999500"/>
          </a:xfrm>
          <a:prstGeom prst="rect">
            <a:avLst/>
          </a:prstGeom>
          <a:noFill/>
          <a:ln>
            <a:noFill/>
          </a:ln>
        </p:spPr>
        <p:txBody>
          <a:bodyPr anchorCtr="0" anchor="ctr" bIns="111375" lIns="111375" spcFirstLastPara="1" rIns="111375" wrap="square" tIns="111375">
            <a:normAutofit/>
          </a:bodyPr>
          <a:lstStyle>
            <a:lvl1pPr lvl="0" algn="l">
              <a:lnSpc>
                <a:spcPct val="100000"/>
              </a:lnSpc>
              <a:spcBef>
                <a:spcPts val="0"/>
              </a:spcBef>
              <a:spcAft>
                <a:spcPts val="0"/>
              </a:spcAft>
              <a:buSzPts val="5800"/>
              <a:buNone/>
              <a:defRPr sz="5800"/>
            </a:lvl1pPr>
            <a:lvl2pPr lvl="1" algn="l">
              <a:lnSpc>
                <a:spcPct val="100000"/>
              </a:lnSpc>
              <a:spcBef>
                <a:spcPts val="0"/>
              </a:spcBef>
              <a:spcAft>
                <a:spcPts val="0"/>
              </a:spcAft>
              <a:buSzPts val="5800"/>
              <a:buNone/>
              <a:defRPr sz="5800"/>
            </a:lvl2pPr>
            <a:lvl3pPr lvl="2" algn="l">
              <a:lnSpc>
                <a:spcPct val="100000"/>
              </a:lnSpc>
              <a:spcBef>
                <a:spcPts val="0"/>
              </a:spcBef>
              <a:spcAft>
                <a:spcPts val="0"/>
              </a:spcAft>
              <a:buSzPts val="5800"/>
              <a:buNone/>
              <a:defRPr sz="5800"/>
            </a:lvl3pPr>
            <a:lvl4pPr lvl="3" algn="l">
              <a:lnSpc>
                <a:spcPct val="100000"/>
              </a:lnSpc>
              <a:spcBef>
                <a:spcPts val="0"/>
              </a:spcBef>
              <a:spcAft>
                <a:spcPts val="0"/>
              </a:spcAft>
              <a:buSzPts val="5800"/>
              <a:buNone/>
              <a:defRPr sz="5800"/>
            </a:lvl4pPr>
            <a:lvl5pPr lvl="4" algn="l">
              <a:lnSpc>
                <a:spcPct val="100000"/>
              </a:lnSpc>
              <a:spcBef>
                <a:spcPts val="0"/>
              </a:spcBef>
              <a:spcAft>
                <a:spcPts val="0"/>
              </a:spcAft>
              <a:buSzPts val="5800"/>
              <a:buNone/>
              <a:defRPr sz="5800"/>
            </a:lvl5pPr>
            <a:lvl6pPr lvl="5" algn="l">
              <a:lnSpc>
                <a:spcPct val="100000"/>
              </a:lnSpc>
              <a:spcBef>
                <a:spcPts val="0"/>
              </a:spcBef>
              <a:spcAft>
                <a:spcPts val="0"/>
              </a:spcAft>
              <a:buSzPts val="5800"/>
              <a:buNone/>
              <a:defRPr sz="5800"/>
            </a:lvl6pPr>
            <a:lvl7pPr lvl="6" algn="l">
              <a:lnSpc>
                <a:spcPct val="100000"/>
              </a:lnSpc>
              <a:spcBef>
                <a:spcPts val="0"/>
              </a:spcBef>
              <a:spcAft>
                <a:spcPts val="0"/>
              </a:spcAft>
              <a:buSzPts val="5800"/>
              <a:buNone/>
              <a:defRPr sz="5800"/>
            </a:lvl7pPr>
            <a:lvl8pPr lvl="7" algn="l">
              <a:lnSpc>
                <a:spcPct val="100000"/>
              </a:lnSpc>
              <a:spcBef>
                <a:spcPts val="0"/>
              </a:spcBef>
              <a:spcAft>
                <a:spcPts val="0"/>
              </a:spcAft>
              <a:buSzPts val="5800"/>
              <a:buNone/>
              <a:defRPr sz="5800"/>
            </a:lvl8pPr>
            <a:lvl9pPr lvl="8" algn="l">
              <a:lnSpc>
                <a:spcPct val="100000"/>
              </a:lnSpc>
              <a:spcBef>
                <a:spcPts val="0"/>
              </a:spcBef>
              <a:spcAft>
                <a:spcPts val="0"/>
              </a:spcAft>
              <a:buSzPts val="5800"/>
              <a:buNone/>
              <a:defRPr sz="5800"/>
            </a:lvl9pPr>
          </a:lstStyle>
          <a:p/>
        </p:txBody>
      </p:sp>
      <p:sp>
        <p:nvSpPr>
          <p:cNvPr id="34" name="Google Shape;34;p10"/>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1"/>
          <p:cNvSpPr/>
          <p:nvPr/>
        </p:nvSpPr>
        <p:spPr>
          <a:xfrm>
            <a:off x="3886200" y="-244"/>
            <a:ext cx="3886200" cy="10058400"/>
          </a:xfrm>
          <a:prstGeom prst="rect">
            <a:avLst/>
          </a:prstGeom>
          <a:solidFill>
            <a:schemeClr val="lt2"/>
          </a:solidFill>
          <a:ln>
            <a:noFill/>
          </a:ln>
        </p:spPr>
        <p:txBody>
          <a:bodyPr anchorCtr="0" anchor="ctr" bIns="111375" lIns="111375" spcFirstLastPara="1" rIns="111375" wrap="square" tIns="11137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1"/>
          <p:cNvSpPr txBox="1"/>
          <p:nvPr>
            <p:ph type="title"/>
          </p:nvPr>
        </p:nvSpPr>
        <p:spPr>
          <a:xfrm>
            <a:off x="225675" y="2411542"/>
            <a:ext cx="3438000" cy="28986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5100"/>
              <a:buNone/>
              <a:defRPr sz="5100"/>
            </a:lvl1pPr>
            <a:lvl2pPr lvl="1" algn="ctr">
              <a:lnSpc>
                <a:spcPct val="100000"/>
              </a:lnSpc>
              <a:spcBef>
                <a:spcPts val="0"/>
              </a:spcBef>
              <a:spcAft>
                <a:spcPts val="0"/>
              </a:spcAft>
              <a:buSzPts val="5100"/>
              <a:buNone/>
              <a:defRPr sz="5100"/>
            </a:lvl2pPr>
            <a:lvl3pPr lvl="2" algn="ctr">
              <a:lnSpc>
                <a:spcPct val="100000"/>
              </a:lnSpc>
              <a:spcBef>
                <a:spcPts val="0"/>
              </a:spcBef>
              <a:spcAft>
                <a:spcPts val="0"/>
              </a:spcAft>
              <a:buSzPts val="5100"/>
              <a:buNone/>
              <a:defRPr sz="5100"/>
            </a:lvl3pPr>
            <a:lvl4pPr lvl="3" algn="ctr">
              <a:lnSpc>
                <a:spcPct val="100000"/>
              </a:lnSpc>
              <a:spcBef>
                <a:spcPts val="0"/>
              </a:spcBef>
              <a:spcAft>
                <a:spcPts val="0"/>
              </a:spcAft>
              <a:buSzPts val="5100"/>
              <a:buNone/>
              <a:defRPr sz="5100"/>
            </a:lvl4pPr>
            <a:lvl5pPr lvl="4" algn="ctr">
              <a:lnSpc>
                <a:spcPct val="100000"/>
              </a:lnSpc>
              <a:spcBef>
                <a:spcPts val="0"/>
              </a:spcBef>
              <a:spcAft>
                <a:spcPts val="0"/>
              </a:spcAft>
              <a:buSzPts val="5100"/>
              <a:buNone/>
              <a:defRPr sz="5100"/>
            </a:lvl5pPr>
            <a:lvl6pPr lvl="5" algn="ctr">
              <a:lnSpc>
                <a:spcPct val="100000"/>
              </a:lnSpc>
              <a:spcBef>
                <a:spcPts val="0"/>
              </a:spcBef>
              <a:spcAft>
                <a:spcPts val="0"/>
              </a:spcAft>
              <a:buSzPts val="5100"/>
              <a:buNone/>
              <a:defRPr sz="5100"/>
            </a:lvl6pPr>
            <a:lvl7pPr lvl="6" algn="ctr">
              <a:lnSpc>
                <a:spcPct val="100000"/>
              </a:lnSpc>
              <a:spcBef>
                <a:spcPts val="0"/>
              </a:spcBef>
              <a:spcAft>
                <a:spcPts val="0"/>
              </a:spcAft>
              <a:buSzPts val="5100"/>
              <a:buNone/>
              <a:defRPr sz="5100"/>
            </a:lvl7pPr>
            <a:lvl8pPr lvl="7" algn="ctr">
              <a:lnSpc>
                <a:spcPct val="100000"/>
              </a:lnSpc>
              <a:spcBef>
                <a:spcPts val="0"/>
              </a:spcBef>
              <a:spcAft>
                <a:spcPts val="0"/>
              </a:spcAft>
              <a:buSzPts val="5100"/>
              <a:buNone/>
              <a:defRPr sz="5100"/>
            </a:lvl8pPr>
            <a:lvl9pPr lvl="8" algn="ctr">
              <a:lnSpc>
                <a:spcPct val="100000"/>
              </a:lnSpc>
              <a:spcBef>
                <a:spcPts val="0"/>
              </a:spcBef>
              <a:spcAft>
                <a:spcPts val="0"/>
              </a:spcAft>
              <a:buSzPts val="5100"/>
              <a:buNone/>
              <a:defRPr sz="5100"/>
            </a:lvl9pPr>
          </a:lstStyle>
          <a:p/>
        </p:txBody>
      </p:sp>
      <p:sp>
        <p:nvSpPr>
          <p:cNvPr id="38" name="Google Shape;38;p11"/>
          <p:cNvSpPr txBox="1"/>
          <p:nvPr>
            <p:ph idx="1" type="subTitle"/>
          </p:nvPr>
        </p:nvSpPr>
        <p:spPr>
          <a:xfrm>
            <a:off x="225675" y="5481569"/>
            <a:ext cx="3438000" cy="2415600"/>
          </a:xfrm>
          <a:prstGeom prst="rect">
            <a:avLst/>
          </a:prstGeom>
          <a:noFill/>
          <a:ln>
            <a:noFill/>
          </a:ln>
        </p:spPr>
        <p:txBody>
          <a:bodyPr anchorCtr="0" anchor="t" bIns="111375" lIns="111375" spcFirstLastPara="1" rIns="111375" wrap="square" tIns="1113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11"/>
          <p:cNvSpPr txBox="1"/>
          <p:nvPr>
            <p:ph idx="2" type="body"/>
          </p:nvPr>
        </p:nvSpPr>
        <p:spPr>
          <a:xfrm>
            <a:off x="4198575" y="1415969"/>
            <a:ext cx="3261300" cy="7226100"/>
          </a:xfrm>
          <a:prstGeom prst="rect">
            <a:avLst/>
          </a:prstGeom>
          <a:noFill/>
          <a:ln>
            <a:noFill/>
          </a:ln>
        </p:spPr>
        <p:txBody>
          <a:bodyPr anchorCtr="0" anchor="ctr" bIns="111375" lIns="111375" spcFirstLastPara="1" rIns="111375" wrap="square" tIns="111375">
            <a:normAutofit/>
          </a:bodyPr>
          <a:lstStyle>
            <a:lvl1pPr indent="-374650" lvl="0" marL="457200" algn="l">
              <a:lnSpc>
                <a:spcPct val="115000"/>
              </a:lnSpc>
              <a:spcBef>
                <a:spcPts val="0"/>
              </a:spcBef>
              <a:spcAft>
                <a:spcPts val="0"/>
              </a:spcAft>
              <a:buSzPts val="23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40" name="Google Shape;40;p11"/>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2"/>
          <p:cNvSpPr txBox="1"/>
          <p:nvPr>
            <p:ph idx="1" type="body"/>
          </p:nvPr>
        </p:nvSpPr>
        <p:spPr>
          <a:xfrm>
            <a:off x="264945" y="8273124"/>
            <a:ext cx="5099400" cy="1183500"/>
          </a:xfrm>
          <a:prstGeom prst="rect">
            <a:avLst/>
          </a:prstGeom>
          <a:noFill/>
          <a:ln>
            <a:noFill/>
          </a:ln>
        </p:spPr>
        <p:txBody>
          <a:bodyPr anchorCtr="0" anchor="ctr" bIns="111375" lIns="111375" spcFirstLastPara="1" rIns="111375" wrap="square" tIns="111375">
            <a:normAutofit/>
          </a:bodyPr>
          <a:lstStyle>
            <a:lvl1pPr indent="-228600" lvl="0" marL="457200" algn="l">
              <a:lnSpc>
                <a:spcPct val="100000"/>
              </a:lnSpc>
              <a:spcBef>
                <a:spcPts val="0"/>
              </a:spcBef>
              <a:spcAft>
                <a:spcPts val="0"/>
              </a:spcAft>
              <a:buSzPts val="2300"/>
              <a:buNone/>
              <a:defRPr/>
            </a:lvl1pPr>
          </a:lstStyle>
          <a:p/>
        </p:txBody>
      </p:sp>
      <p:sp>
        <p:nvSpPr>
          <p:cNvPr id="43" name="Google Shape;43;p12"/>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3"/>
          <p:cNvSpPr txBox="1"/>
          <p:nvPr>
            <p:ph hasCustomPrompt="1" type="title"/>
          </p:nvPr>
        </p:nvSpPr>
        <p:spPr>
          <a:xfrm>
            <a:off x="264945" y="2163089"/>
            <a:ext cx="7242900" cy="3839700"/>
          </a:xfrm>
          <a:prstGeom prst="rect">
            <a:avLst/>
          </a:prstGeom>
          <a:noFill/>
          <a:ln>
            <a:noFill/>
          </a:ln>
        </p:spPr>
        <p:txBody>
          <a:bodyPr anchorCtr="0" anchor="b" bIns="111375" lIns="111375" spcFirstLastPara="1" rIns="111375" wrap="square" tIns="111375">
            <a:normAutofit/>
          </a:bodyPr>
          <a:lstStyle>
            <a:lvl1pPr lvl="0" algn="ctr">
              <a:lnSpc>
                <a:spcPct val="100000"/>
              </a:lnSpc>
              <a:spcBef>
                <a:spcPts val="0"/>
              </a:spcBef>
              <a:spcAft>
                <a:spcPts val="0"/>
              </a:spcAft>
              <a:buSzPts val="14700"/>
              <a:buNone/>
              <a:defRPr sz="14700"/>
            </a:lvl1pPr>
            <a:lvl2pPr lvl="1" algn="ctr">
              <a:lnSpc>
                <a:spcPct val="100000"/>
              </a:lnSpc>
              <a:spcBef>
                <a:spcPts val="0"/>
              </a:spcBef>
              <a:spcAft>
                <a:spcPts val="0"/>
              </a:spcAft>
              <a:buSzPts val="14700"/>
              <a:buNone/>
              <a:defRPr sz="14700"/>
            </a:lvl2pPr>
            <a:lvl3pPr lvl="2" algn="ctr">
              <a:lnSpc>
                <a:spcPct val="100000"/>
              </a:lnSpc>
              <a:spcBef>
                <a:spcPts val="0"/>
              </a:spcBef>
              <a:spcAft>
                <a:spcPts val="0"/>
              </a:spcAft>
              <a:buSzPts val="14700"/>
              <a:buNone/>
              <a:defRPr sz="14700"/>
            </a:lvl3pPr>
            <a:lvl4pPr lvl="3" algn="ctr">
              <a:lnSpc>
                <a:spcPct val="100000"/>
              </a:lnSpc>
              <a:spcBef>
                <a:spcPts val="0"/>
              </a:spcBef>
              <a:spcAft>
                <a:spcPts val="0"/>
              </a:spcAft>
              <a:buSzPts val="14700"/>
              <a:buNone/>
              <a:defRPr sz="14700"/>
            </a:lvl4pPr>
            <a:lvl5pPr lvl="4" algn="ctr">
              <a:lnSpc>
                <a:spcPct val="100000"/>
              </a:lnSpc>
              <a:spcBef>
                <a:spcPts val="0"/>
              </a:spcBef>
              <a:spcAft>
                <a:spcPts val="0"/>
              </a:spcAft>
              <a:buSzPts val="14700"/>
              <a:buNone/>
              <a:defRPr sz="14700"/>
            </a:lvl5pPr>
            <a:lvl6pPr lvl="5" algn="ctr">
              <a:lnSpc>
                <a:spcPct val="100000"/>
              </a:lnSpc>
              <a:spcBef>
                <a:spcPts val="0"/>
              </a:spcBef>
              <a:spcAft>
                <a:spcPts val="0"/>
              </a:spcAft>
              <a:buSzPts val="14700"/>
              <a:buNone/>
              <a:defRPr sz="14700"/>
            </a:lvl6pPr>
            <a:lvl7pPr lvl="6" algn="ctr">
              <a:lnSpc>
                <a:spcPct val="100000"/>
              </a:lnSpc>
              <a:spcBef>
                <a:spcPts val="0"/>
              </a:spcBef>
              <a:spcAft>
                <a:spcPts val="0"/>
              </a:spcAft>
              <a:buSzPts val="14700"/>
              <a:buNone/>
              <a:defRPr sz="14700"/>
            </a:lvl7pPr>
            <a:lvl8pPr lvl="7" algn="ctr">
              <a:lnSpc>
                <a:spcPct val="100000"/>
              </a:lnSpc>
              <a:spcBef>
                <a:spcPts val="0"/>
              </a:spcBef>
              <a:spcAft>
                <a:spcPts val="0"/>
              </a:spcAft>
              <a:buSzPts val="14700"/>
              <a:buNone/>
              <a:defRPr sz="14700"/>
            </a:lvl8pPr>
            <a:lvl9pPr lvl="8" algn="ctr">
              <a:lnSpc>
                <a:spcPct val="100000"/>
              </a:lnSpc>
              <a:spcBef>
                <a:spcPts val="0"/>
              </a:spcBef>
              <a:spcAft>
                <a:spcPts val="0"/>
              </a:spcAft>
              <a:buSzPts val="14700"/>
              <a:buNone/>
              <a:defRPr sz="14700"/>
            </a:lvl9pPr>
          </a:lstStyle>
          <a:p>
            <a:r>
              <a:t>xx%</a:t>
            </a:r>
          </a:p>
        </p:txBody>
      </p:sp>
      <p:sp>
        <p:nvSpPr>
          <p:cNvPr id="46" name="Google Shape;46;p13"/>
          <p:cNvSpPr txBox="1"/>
          <p:nvPr>
            <p:ph idx="1" type="body"/>
          </p:nvPr>
        </p:nvSpPr>
        <p:spPr>
          <a:xfrm>
            <a:off x="264945" y="6164351"/>
            <a:ext cx="7242900" cy="2543700"/>
          </a:xfrm>
          <a:prstGeom prst="rect">
            <a:avLst/>
          </a:prstGeom>
          <a:noFill/>
          <a:ln>
            <a:noFill/>
          </a:ln>
        </p:spPr>
        <p:txBody>
          <a:bodyPr anchorCtr="0" anchor="t" bIns="111375" lIns="111375" spcFirstLastPara="1" rIns="111375" wrap="square" tIns="111375">
            <a:normAutofit/>
          </a:bodyPr>
          <a:lstStyle>
            <a:lvl1pPr indent="-374650" lvl="0" marL="457200" algn="ctr">
              <a:lnSpc>
                <a:spcPct val="115000"/>
              </a:lnSpc>
              <a:spcBef>
                <a:spcPts val="0"/>
              </a:spcBef>
              <a:spcAft>
                <a:spcPts val="0"/>
              </a:spcAft>
              <a:buSzPts val="2300"/>
              <a:buChar char="●"/>
              <a:defRPr/>
            </a:lvl1pPr>
            <a:lvl2pPr indent="-342900" lvl="1" marL="914400" algn="ctr">
              <a:lnSpc>
                <a:spcPct val="115000"/>
              </a:lnSpc>
              <a:spcBef>
                <a:spcPts val="0"/>
              </a:spcBef>
              <a:spcAft>
                <a:spcPts val="0"/>
              </a:spcAft>
              <a:buSzPts val="1800"/>
              <a:buChar char="○"/>
              <a:defRPr/>
            </a:lvl2pPr>
            <a:lvl3pPr indent="-342900" lvl="2" marL="1371600" algn="ctr">
              <a:lnSpc>
                <a:spcPct val="115000"/>
              </a:lnSpc>
              <a:spcBef>
                <a:spcPts val="0"/>
              </a:spcBef>
              <a:spcAft>
                <a:spcPts val="0"/>
              </a:spcAft>
              <a:buSzPts val="1800"/>
              <a:buChar char="■"/>
              <a:defRPr/>
            </a:lvl3pPr>
            <a:lvl4pPr indent="-342900" lvl="3" marL="1828800" algn="ctr">
              <a:lnSpc>
                <a:spcPct val="115000"/>
              </a:lnSpc>
              <a:spcBef>
                <a:spcPts val="0"/>
              </a:spcBef>
              <a:spcAft>
                <a:spcPts val="0"/>
              </a:spcAft>
              <a:buSzPts val="1800"/>
              <a:buChar char="●"/>
              <a:defRPr/>
            </a:lvl4pPr>
            <a:lvl5pPr indent="-342900" lvl="4" marL="2286000" algn="ctr">
              <a:lnSpc>
                <a:spcPct val="115000"/>
              </a:lnSpc>
              <a:spcBef>
                <a:spcPts val="0"/>
              </a:spcBef>
              <a:spcAft>
                <a:spcPts val="0"/>
              </a:spcAft>
              <a:buSzPts val="1800"/>
              <a:buChar char="○"/>
              <a:defRPr/>
            </a:lvl5pPr>
            <a:lvl6pPr indent="-342900" lvl="5" marL="2743200" algn="ctr">
              <a:lnSpc>
                <a:spcPct val="115000"/>
              </a:lnSpc>
              <a:spcBef>
                <a:spcPts val="0"/>
              </a:spcBef>
              <a:spcAft>
                <a:spcPts val="0"/>
              </a:spcAft>
              <a:buSzPts val="1800"/>
              <a:buChar char="■"/>
              <a:defRPr/>
            </a:lvl6pPr>
            <a:lvl7pPr indent="-342900" lvl="6" marL="3200400" algn="ctr">
              <a:lnSpc>
                <a:spcPct val="115000"/>
              </a:lnSpc>
              <a:spcBef>
                <a:spcPts val="0"/>
              </a:spcBef>
              <a:spcAft>
                <a:spcPts val="0"/>
              </a:spcAft>
              <a:buSzPts val="1800"/>
              <a:buChar char="●"/>
              <a:defRPr/>
            </a:lvl7pPr>
            <a:lvl8pPr indent="-342900" lvl="7" marL="3657600" algn="ctr">
              <a:lnSpc>
                <a:spcPct val="115000"/>
              </a:lnSpc>
              <a:spcBef>
                <a:spcPts val="0"/>
              </a:spcBef>
              <a:spcAft>
                <a:spcPts val="0"/>
              </a:spcAft>
              <a:buSzPts val="1800"/>
              <a:buChar char="○"/>
              <a:defRPr/>
            </a:lvl8pPr>
            <a:lvl9pPr indent="-342900" lvl="8" marL="4114800" algn="ctr">
              <a:lnSpc>
                <a:spcPct val="115000"/>
              </a:lnSpc>
              <a:spcBef>
                <a:spcPts val="0"/>
              </a:spcBef>
              <a:spcAft>
                <a:spcPts val="0"/>
              </a:spcAft>
              <a:buSzPts val="1800"/>
              <a:buChar char="■"/>
              <a:defRPr/>
            </a:lvl9pPr>
          </a:lstStyle>
          <a:p/>
        </p:txBody>
      </p:sp>
      <p:sp>
        <p:nvSpPr>
          <p:cNvPr id="47" name="Google Shape;47;p13"/>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4"/>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
          <p:cNvSpPr txBox="1"/>
          <p:nvPr>
            <p:ph type="title"/>
          </p:nvPr>
        </p:nvSpPr>
        <p:spPr>
          <a:xfrm>
            <a:off x="264945" y="870271"/>
            <a:ext cx="7242900" cy="1120200"/>
          </a:xfrm>
          <a:prstGeom prst="rect">
            <a:avLst/>
          </a:prstGeom>
          <a:noFill/>
          <a:ln>
            <a:noFill/>
          </a:ln>
        </p:spPr>
        <p:txBody>
          <a:bodyPr anchorCtr="0" anchor="t" bIns="111375" lIns="111375" spcFirstLastPara="1" rIns="111375" wrap="square" tIns="111375">
            <a:normAutofit/>
          </a:bodyPr>
          <a:lstStyle>
            <a:lvl1pPr lvl="0"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9pPr>
          </a:lstStyle>
          <a:p/>
        </p:txBody>
      </p:sp>
      <p:sp>
        <p:nvSpPr>
          <p:cNvPr id="7" name="Google Shape;7;p3"/>
          <p:cNvSpPr txBox="1"/>
          <p:nvPr>
            <p:ph idx="1" type="body"/>
          </p:nvPr>
        </p:nvSpPr>
        <p:spPr>
          <a:xfrm>
            <a:off x="264945" y="2253729"/>
            <a:ext cx="7242900" cy="6681300"/>
          </a:xfrm>
          <a:prstGeom prst="rect">
            <a:avLst/>
          </a:prstGeom>
          <a:noFill/>
          <a:ln>
            <a:noFill/>
          </a:ln>
        </p:spPr>
        <p:txBody>
          <a:bodyPr anchorCtr="0" anchor="t" bIns="111375" lIns="111375" spcFirstLastPara="1" rIns="111375" wrap="square" tIns="111375">
            <a:normAutofit/>
          </a:bodyPr>
          <a:lstStyle>
            <a:lvl1pPr indent="-374650" lvl="0" marL="457200" marR="0" rtl="0" algn="l">
              <a:lnSpc>
                <a:spcPct val="115000"/>
              </a:lnSpc>
              <a:spcBef>
                <a:spcPts val="0"/>
              </a:spcBef>
              <a:spcAft>
                <a:spcPts val="0"/>
              </a:spcAft>
              <a:buClr>
                <a:schemeClr val="dk2"/>
              </a:buClr>
              <a:buSzPts val="2300"/>
              <a:buFont typeface="Arial"/>
              <a:buChar char="●"/>
              <a:defRPr b="0" i="0" sz="2300" u="none" cap="none" strike="noStrike">
                <a:solidFill>
                  <a:schemeClr val="dk2"/>
                </a:solidFill>
                <a:latin typeface="Arial"/>
                <a:ea typeface="Arial"/>
                <a:cs typeface="Arial"/>
                <a:sym typeface="Arial"/>
              </a:defRPr>
            </a:lvl1pPr>
            <a:lvl2pPr indent="-342900" lvl="1" marL="914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2pPr>
            <a:lvl3pPr indent="-342900" lvl="2" marL="1371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3pPr>
            <a:lvl4pPr indent="-342900" lvl="3" marL="1828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4pPr>
            <a:lvl5pPr indent="-342900" lvl="4" marL="22860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5pPr>
            <a:lvl6pPr indent="-342900" lvl="5" marL="2743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6pPr>
            <a:lvl7pPr indent="-342900" lvl="6" marL="32004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7pPr>
            <a:lvl8pPr indent="-342900" lvl="7" marL="36576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8pPr>
            <a:lvl9pPr indent="-342900" lvl="8" marL="41148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9pPr>
          </a:lstStyle>
          <a:p/>
        </p:txBody>
      </p:sp>
      <p:sp>
        <p:nvSpPr>
          <p:cNvPr id="8" name="Google Shape;8;p3"/>
          <p:cNvSpPr txBox="1"/>
          <p:nvPr>
            <p:ph idx="12" type="sldNum"/>
          </p:nvPr>
        </p:nvSpPr>
        <p:spPr>
          <a:xfrm>
            <a:off x="7201589" y="9119180"/>
            <a:ext cx="466200" cy="769500"/>
          </a:xfrm>
          <a:prstGeom prst="rect">
            <a:avLst/>
          </a:prstGeom>
          <a:noFill/>
          <a:ln>
            <a:noFill/>
          </a:ln>
        </p:spPr>
        <p:txBody>
          <a:bodyPr anchorCtr="0" anchor="ctr" bIns="111375" lIns="111375" spcFirstLastPara="1" rIns="111375" wrap="square" tIns="111375">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vi-V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grow.google/certificates/cybersecurity/?utm_source=offline&amp;utm_medium=collateral&amp;utm_campaign=cyber__geo--US&amp;utm_content=onepager" TargetMode="External"/><Relationship Id="rId5"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comments" Target="../comments/comment1.xml"/><Relationship Id="rId4" Type="http://schemas.openxmlformats.org/officeDocument/2006/relationships/hyperlink" Target="https://grow.google/certificates/cybersecurity/?utm_source=offline&amp;utm_medium=collateral&amp;utm_campaign=cyber__geo--US&amp;utm_content=onepager" TargetMode="External"/><Relationship Id="rId10" Type="http://schemas.openxmlformats.org/officeDocument/2006/relationships/image" Target="../media/image9.png"/><Relationship Id="rId9" Type="http://schemas.openxmlformats.org/officeDocument/2006/relationships/image" Target="../media/image3.png"/><Relationship Id="rId5" Type="http://schemas.openxmlformats.org/officeDocument/2006/relationships/image" Target="../media/image10.png"/><Relationship Id="rId6" Type="http://schemas.openxmlformats.org/officeDocument/2006/relationships/image" Target="../media/image2.png"/><Relationship Id="rId7" Type="http://schemas.openxmlformats.org/officeDocument/2006/relationships/image" Target="../media/image4.png"/><Relationship Id="rId8"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nvSpPr>
        <p:spPr>
          <a:xfrm>
            <a:off x="634200" y="932360"/>
            <a:ext cx="6504000" cy="1031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vi-VN" sz="2500" u="none" cap="none" strike="noStrike">
                <a:solidFill>
                  <a:srgbClr val="4285F4"/>
                </a:solidFill>
                <a:latin typeface="Arial"/>
                <a:ea typeface="Arial"/>
                <a:cs typeface="Arial"/>
                <a:sym typeface="Arial"/>
              </a:rPr>
              <a:t>Chứng nhận An ninh mạng của Google</a:t>
            </a:r>
            <a:endParaRPr b="0" i="0" sz="1400" u="none" cap="none" strike="noStrike">
              <a:solidFill>
                <a:srgbClr val="000000"/>
              </a:solidFill>
              <a:latin typeface="Arial"/>
              <a:ea typeface="Arial"/>
              <a:cs typeface="Arial"/>
              <a:sym typeface="Arial"/>
            </a:endParaRPr>
          </a:p>
        </p:txBody>
      </p:sp>
      <p:sp>
        <p:nvSpPr>
          <p:cNvPr id="55" name="Google Shape;55;p1"/>
          <p:cNvSpPr txBox="1"/>
          <p:nvPr/>
        </p:nvSpPr>
        <p:spPr>
          <a:xfrm>
            <a:off x="421950" y="1566835"/>
            <a:ext cx="6928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i="0" lang="vi-VN" sz="1500" u="none" cap="none" strike="noStrike">
                <a:solidFill>
                  <a:srgbClr val="4285F4"/>
                </a:solidFill>
                <a:latin typeface="Roboto"/>
                <a:ea typeface="Roboto"/>
                <a:cs typeface="Roboto"/>
                <a:sym typeface="Roboto"/>
              </a:rPr>
              <a:t>Bạn có thích giải quyết những vấn đề phức tạp, điều tra vấn đề và giúp đỡ người khác không?</a:t>
            </a:r>
            <a:endParaRPr i="0" sz="1400" u="none" cap="none" strike="noStrike">
              <a:solidFill>
                <a:srgbClr val="000000"/>
              </a:solidFill>
              <a:latin typeface="Roboto"/>
              <a:ea typeface="Roboto"/>
              <a:cs typeface="Roboto"/>
              <a:sym typeface="Roboto"/>
            </a:endParaRPr>
          </a:p>
          <a:p>
            <a:pPr indent="0" lvl="0" marL="0" marR="0" rtl="0" algn="just">
              <a:lnSpc>
                <a:spcPct val="115000"/>
              </a:lnSpc>
              <a:spcBef>
                <a:spcPts val="700"/>
              </a:spcBef>
              <a:spcAft>
                <a:spcPts val="700"/>
              </a:spcAft>
              <a:buClr>
                <a:schemeClr val="dk1"/>
              </a:buClr>
              <a:buSzPts val="1100"/>
              <a:buFont typeface="Arial"/>
              <a:buNone/>
            </a:pPr>
            <a:r>
              <a:rPr i="0" lang="vi-VN" sz="1450" u="none" cap="none" strike="noStrike">
                <a:solidFill>
                  <a:schemeClr val="dk2"/>
                </a:solidFill>
                <a:latin typeface="Roboto"/>
                <a:ea typeface="Roboto"/>
                <a:cs typeface="Roboto"/>
                <a:sym typeface="Roboto"/>
              </a:rPr>
              <a:t>Hãy chuẩn bị cho nghề nghiệp mới trong lĩnh vực an ninh mạng (nghề đang có mức tăng trưởng cao) trong vòng chưa đầy 6 tháng, không cần kinh nghiệm. Chương trình sẽ do các chuyên gia an ninh mạng tại Google giảng dạy. Chương trình chứng nhận trực tuyến này sẽ đào tạo cho bạn cách xác định những nguy cơ, mối đe dọa và lỗ hổng phổ biến cũng như các kỹ thuật giúp giảm thiểu những vấn đề này. Bạn sẽ có được trải nghiệm thực tế với Python, Linux, SQL và nhiều ngôn ngữ khác.</a:t>
            </a:r>
            <a:endParaRPr i="0" sz="1400" u="none" cap="none" strike="noStrike">
              <a:solidFill>
                <a:schemeClr val="dk2"/>
              </a:solidFill>
              <a:latin typeface="Roboto"/>
              <a:ea typeface="Roboto"/>
              <a:cs typeface="Roboto"/>
              <a:sym typeface="Roboto"/>
            </a:endParaRPr>
          </a:p>
        </p:txBody>
      </p:sp>
      <p:sp>
        <p:nvSpPr>
          <p:cNvPr id="56" name="Google Shape;56;p1"/>
          <p:cNvSpPr txBox="1"/>
          <p:nvPr/>
        </p:nvSpPr>
        <p:spPr>
          <a:xfrm>
            <a:off x="421950" y="4742275"/>
            <a:ext cx="6928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i="0" lang="vi-VN" sz="1600" u="none" cap="none" strike="noStrike">
                <a:solidFill>
                  <a:srgbClr val="174EA6"/>
                </a:solidFill>
                <a:latin typeface="Roboto"/>
                <a:ea typeface="Roboto"/>
                <a:cs typeface="Roboto"/>
                <a:sym typeface="Roboto"/>
              </a:rPr>
              <a:t>An ninh mạng là gì?</a:t>
            </a:r>
            <a:endParaRPr i="0" sz="1400" u="none" cap="none" strike="noStrike">
              <a:solidFill>
                <a:srgbClr val="000000"/>
              </a:solidFill>
              <a:latin typeface="Roboto"/>
              <a:ea typeface="Roboto"/>
              <a:cs typeface="Roboto"/>
              <a:sym typeface="Roboto"/>
            </a:endParaRPr>
          </a:p>
        </p:txBody>
      </p:sp>
      <p:sp>
        <p:nvSpPr>
          <p:cNvPr id="57" name="Google Shape;57;p1"/>
          <p:cNvSpPr txBox="1"/>
          <p:nvPr/>
        </p:nvSpPr>
        <p:spPr>
          <a:xfrm>
            <a:off x="510925" y="7380175"/>
            <a:ext cx="6697200" cy="20904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700"/>
              </a:spcAft>
              <a:buClr>
                <a:schemeClr val="dk1"/>
              </a:buClr>
              <a:buSzPts val="1100"/>
              <a:buFont typeface="Arial"/>
              <a:buNone/>
            </a:pPr>
            <a:r>
              <a:rPr i="0" lang="vi-VN" sz="1450" u="none" cap="none" strike="noStrike">
                <a:solidFill>
                  <a:schemeClr val="dk2"/>
                </a:solidFill>
                <a:latin typeface="Roboto"/>
                <a:ea typeface="Roboto"/>
                <a:cs typeface="Roboto"/>
                <a:sym typeface="Roboto"/>
              </a:rPr>
              <a:t>Chuyên gia an ninh mạng là những thám tử kỹ thuật số. Họ điều tra các mối đe dọa tiềm ẩn, các mối đe dọa đang diễn ra, đánh giá tình hình để tìm ra giải pháp tốt nhất và bảo vệ mạng, thiết bị, con người cũng như dữ liệu. Chuyên gia phân tích an ninh mạng sử dụng các kỹ năng phân tích và kỹ thuật để xử lý những vấn đề phức tạp trên mạng mỗi ngày và họ dựa vào tư duy sáng tạo để giải quyết các mối đe dọa mới theo những cách độc đáo. Với rất nhiều vấn đề phụ thuộc vào sự an toàn dữ liệu của các tổ chức, các chuyên gia phân tích an ninh mạng đóng một vai trò vô cùng quan trọng.</a:t>
            </a:r>
            <a:endParaRPr i="0" sz="1450" u="none" cap="none" strike="noStrike">
              <a:solidFill>
                <a:schemeClr val="dk2"/>
              </a:solidFill>
              <a:latin typeface="Roboto"/>
              <a:ea typeface="Roboto"/>
              <a:cs typeface="Roboto"/>
              <a:sym typeface="Roboto"/>
            </a:endParaRPr>
          </a:p>
        </p:txBody>
      </p:sp>
      <p:cxnSp>
        <p:nvCxnSpPr>
          <p:cNvPr id="58" name="Google Shape;58;p1"/>
          <p:cNvCxnSpPr/>
          <p:nvPr/>
        </p:nvCxnSpPr>
        <p:spPr>
          <a:xfrm flipH="1" rot="10800000">
            <a:off x="510913" y="4548350"/>
            <a:ext cx="6914100" cy="300"/>
          </a:xfrm>
          <a:prstGeom prst="straightConnector1">
            <a:avLst/>
          </a:prstGeom>
          <a:noFill/>
          <a:ln cap="flat" cmpd="sng" w="9525">
            <a:solidFill>
              <a:srgbClr val="D9D9D9"/>
            </a:solidFill>
            <a:prstDash val="solid"/>
            <a:round/>
            <a:headEnd len="sm" w="sm" type="none"/>
            <a:tailEnd len="sm" w="sm" type="none"/>
          </a:ln>
        </p:spPr>
      </p:cxnSp>
      <p:pic>
        <p:nvPicPr>
          <p:cNvPr id="59" name="Google Shape;59;p1"/>
          <p:cNvPicPr preferRelativeResize="0"/>
          <p:nvPr/>
        </p:nvPicPr>
        <p:blipFill rotWithShape="1">
          <a:blip r:embed="rId3">
            <a:alphaModFix/>
          </a:blip>
          <a:srcRect b="0" l="0" r="0" t="0"/>
          <a:stretch/>
        </p:blipFill>
        <p:spPr>
          <a:xfrm>
            <a:off x="6536925" y="9799687"/>
            <a:ext cx="888111" cy="119543"/>
          </a:xfrm>
          <a:prstGeom prst="rect">
            <a:avLst/>
          </a:prstGeom>
          <a:noFill/>
          <a:ln>
            <a:noFill/>
          </a:ln>
        </p:spPr>
      </p:pic>
      <p:sp>
        <p:nvSpPr>
          <p:cNvPr id="60" name="Google Shape;60;p1"/>
          <p:cNvSpPr txBox="1"/>
          <p:nvPr/>
        </p:nvSpPr>
        <p:spPr>
          <a:xfrm>
            <a:off x="1245463" y="4009463"/>
            <a:ext cx="54450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700"/>
              </a:spcAft>
              <a:buClr>
                <a:srgbClr val="000000"/>
              </a:buClr>
              <a:buSzPts val="1500"/>
              <a:buFont typeface="Arial"/>
              <a:buNone/>
            </a:pPr>
            <a:r>
              <a:rPr i="0" lang="vi-VN" sz="1500" u="none" cap="none" strike="noStrike">
                <a:solidFill>
                  <a:schemeClr val="dk2"/>
                </a:solidFill>
                <a:latin typeface="Roboto"/>
                <a:ea typeface="Roboto"/>
                <a:cs typeface="Roboto"/>
                <a:sym typeface="Roboto"/>
              </a:rPr>
              <a:t>Bắt đầu tại </a:t>
            </a:r>
            <a:r>
              <a:rPr i="0" lang="vi-VN" sz="1500" u="sng" cap="none" strike="noStrike">
                <a:solidFill>
                  <a:schemeClr val="hlink"/>
                </a:solidFill>
                <a:latin typeface="Roboto"/>
                <a:ea typeface="Roboto"/>
                <a:cs typeface="Roboto"/>
                <a:sym typeface="Roboto"/>
                <a:hlinkClick r:id="rId4"/>
              </a:rPr>
              <a:t>grow.google/cybersecurity</a:t>
            </a:r>
            <a:endParaRPr i="0" sz="1400" u="none" cap="none" strike="noStrike">
              <a:solidFill>
                <a:srgbClr val="000000"/>
              </a:solidFill>
              <a:latin typeface="Roboto"/>
              <a:ea typeface="Roboto"/>
              <a:cs typeface="Roboto"/>
              <a:sym typeface="Roboto"/>
            </a:endParaRPr>
          </a:p>
        </p:txBody>
      </p:sp>
      <p:sp>
        <p:nvSpPr>
          <p:cNvPr id="61" name="Google Shape;61;p1"/>
          <p:cNvSpPr txBox="1"/>
          <p:nvPr/>
        </p:nvSpPr>
        <p:spPr>
          <a:xfrm>
            <a:off x="367625" y="9713200"/>
            <a:ext cx="39909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vi-VN" sz="700" u="none" cap="none" strike="noStrike">
                <a:solidFill>
                  <a:srgbClr val="595959"/>
                </a:solidFill>
                <a:latin typeface="Arial"/>
                <a:ea typeface="Arial"/>
                <a:cs typeface="Arial"/>
                <a:sym typeface="Arial"/>
              </a:rPr>
              <a:t>1 Dữ liệu về tin tuyển dụng tại Hoa Kỳ của Lightcast™ (từ 1/1/2022 đến 31/12/2022).</a:t>
            </a:r>
            <a:endParaRPr b="0" i="0" sz="1400" u="none" cap="none" strike="noStrike">
              <a:solidFill>
                <a:srgbClr val="000000"/>
              </a:solidFill>
              <a:latin typeface="Arial"/>
              <a:ea typeface="Arial"/>
              <a:cs typeface="Arial"/>
              <a:sym typeface="Arial"/>
            </a:endParaRPr>
          </a:p>
        </p:txBody>
      </p:sp>
      <p:pic>
        <p:nvPicPr>
          <p:cNvPr id="62" name="Google Shape;62;p1"/>
          <p:cNvPicPr preferRelativeResize="0"/>
          <p:nvPr/>
        </p:nvPicPr>
        <p:blipFill rotWithShape="1">
          <a:blip r:embed="rId5">
            <a:alphaModFix/>
          </a:blip>
          <a:srcRect b="21297" l="7415" r="9435" t="18315"/>
          <a:stretch/>
        </p:blipFill>
        <p:spPr>
          <a:xfrm>
            <a:off x="1486975" y="5177275"/>
            <a:ext cx="4527299" cy="18494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cxnSp>
        <p:nvCxnSpPr>
          <p:cNvPr id="67" name="Google Shape;67;p2"/>
          <p:cNvCxnSpPr/>
          <p:nvPr/>
        </p:nvCxnSpPr>
        <p:spPr>
          <a:xfrm flipH="1" rot="10800000">
            <a:off x="429150" y="611800"/>
            <a:ext cx="6914100" cy="300"/>
          </a:xfrm>
          <a:prstGeom prst="straightConnector1">
            <a:avLst/>
          </a:prstGeom>
          <a:noFill/>
          <a:ln cap="flat" cmpd="sng" w="9525">
            <a:solidFill>
              <a:srgbClr val="D9D9D9"/>
            </a:solidFill>
            <a:prstDash val="solid"/>
            <a:round/>
            <a:headEnd len="sm" w="sm" type="none"/>
            <a:tailEnd len="sm" w="sm" type="none"/>
          </a:ln>
        </p:spPr>
      </p:cxnSp>
      <p:sp>
        <p:nvSpPr>
          <p:cNvPr id="68" name="Google Shape;68;p2"/>
          <p:cNvSpPr txBox="1"/>
          <p:nvPr/>
        </p:nvSpPr>
        <p:spPr>
          <a:xfrm>
            <a:off x="421950" y="726700"/>
            <a:ext cx="6928500" cy="451500"/>
          </a:xfrm>
          <a:prstGeom prst="rect">
            <a:avLst/>
          </a:prstGeom>
          <a:noFill/>
          <a:ln>
            <a:noFill/>
          </a:ln>
        </p:spPr>
        <p:txBody>
          <a:bodyPr anchorCtr="0" anchor="t" bIns="91425" lIns="91425" spcFirstLastPara="1" rIns="91425" wrap="square" tIns="91425">
            <a:noAutofit/>
          </a:bodyPr>
          <a:lstStyle/>
          <a:p>
            <a:pPr indent="0" lvl="0" marL="0" marR="85219" rtl="0" algn="ctr">
              <a:lnSpc>
                <a:spcPct val="100000"/>
              </a:lnSpc>
              <a:spcBef>
                <a:spcPts val="0"/>
              </a:spcBef>
              <a:spcAft>
                <a:spcPts val="0"/>
              </a:spcAft>
              <a:buClr>
                <a:srgbClr val="000000"/>
              </a:buClr>
              <a:buSzPts val="1500"/>
              <a:buFont typeface="Arial"/>
              <a:buNone/>
            </a:pPr>
            <a:r>
              <a:rPr i="0" lang="vi-VN" sz="1500" u="none" cap="none" strike="noStrike">
                <a:solidFill>
                  <a:srgbClr val="4285F4"/>
                </a:solidFill>
                <a:latin typeface="Roboto"/>
                <a:ea typeface="Roboto"/>
                <a:cs typeface="Roboto"/>
                <a:sym typeface="Roboto"/>
              </a:rPr>
              <a:t>Có được việc làm trong lĩnh vực an ninh mạng với sự trợ giúp của Google</a:t>
            </a:r>
            <a:endParaRPr i="0" sz="1400" u="none" cap="none" strike="noStrike">
              <a:solidFill>
                <a:srgbClr val="000000"/>
              </a:solidFill>
              <a:latin typeface="Roboto"/>
              <a:ea typeface="Roboto"/>
              <a:cs typeface="Roboto"/>
              <a:sym typeface="Roboto"/>
            </a:endParaRPr>
          </a:p>
        </p:txBody>
      </p:sp>
      <p:sp>
        <p:nvSpPr>
          <p:cNvPr id="69" name="Google Shape;69;p2"/>
          <p:cNvSpPr txBox="1"/>
          <p:nvPr/>
        </p:nvSpPr>
        <p:spPr>
          <a:xfrm>
            <a:off x="537300" y="1030288"/>
            <a:ext cx="6667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700"/>
              </a:spcAft>
              <a:buClr>
                <a:schemeClr val="dk1"/>
              </a:buClr>
              <a:buSzPts val="1100"/>
              <a:buFont typeface="Arial"/>
              <a:buNone/>
            </a:pPr>
            <a:r>
              <a:rPr i="0" lang="vi-VN" sz="1100" u="none" cap="none" strike="noStrike">
                <a:solidFill>
                  <a:schemeClr val="dk2"/>
                </a:solidFill>
                <a:latin typeface="Roboto"/>
                <a:ea typeface="Roboto"/>
                <a:cs typeface="Roboto"/>
                <a:sym typeface="Roboto"/>
              </a:rPr>
              <a:t>Tìm hiểu các kiến thức cơ bản về an ninh mạng và có được những kỹ năng bạn cần để chuẩn bị cho một công việc sơ cấp trong lĩnh vực.</a:t>
            </a:r>
            <a:endParaRPr i="0" sz="1400" u="none" cap="none" strike="noStrike">
              <a:solidFill>
                <a:schemeClr val="dk2"/>
              </a:solidFill>
              <a:latin typeface="Roboto"/>
              <a:ea typeface="Roboto"/>
              <a:cs typeface="Roboto"/>
              <a:sym typeface="Roboto"/>
            </a:endParaRPr>
          </a:p>
        </p:txBody>
      </p:sp>
      <p:cxnSp>
        <p:nvCxnSpPr>
          <p:cNvPr id="70" name="Google Shape;70;p2"/>
          <p:cNvCxnSpPr/>
          <p:nvPr/>
        </p:nvCxnSpPr>
        <p:spPr>
          <a:xfrm flipH="1" rot="10800000">
            <a:off x="365900" y="3860100"/>
            <a:ext cx="6914100" cy="300"/>
          </a:xfrm>
          <a:prstGeom prst="straightConnector1">
            <a:avLst/>
          </a:prstGeom>
          <a:noFill/>
          <a:ln cap="flat" cmpd="sng" w="9525">
            <a:solidFill>
              <a:srgbClr val="D9D9D9"/>
            </a:solidFill>
            <a:prstDash val="solid"/>
            <a:round/>
            <a:headEnd len="sm" w="sm" type="none"/>
            <a:tailEnd len="sm" w="sm" type="none"/>
          </a:ln>
        </p:spPr>
      </p:cxnSp>
      <p:sp>
        <p:nvSpPr>
          <p:cNvPr id="71" name="Google Shape;71;p2"/>
          <p:cNvSpPr txBox="1"/>
          <p:nvPr/>
        </p:nvSpPr>
        <p:spPr>
          <a:xfrm>
            <a:off x="358700" y="3818780"/>
            <a:ext cx="6928500" cy="451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i="0" lang="vi-VN" sz="1500" u="none" cap="none" strike="noStrike">
                <a:solidFill>
                  <a:srgbClr val="EA4335"/>
                </a:solidFill>
                <a:latin typeface="Roboto"/>
                <a:ea typeface="Roboto"/>
                <a:cs typeface="Roboto"/>
                <a:sym typeface="Roboto"/>
              </a:rPr>
              <a:t>Vì sao nên có được Chứng nhận An ninh mạng của Google?</a:t>
            </a:r>
            <a:endParaRPr i="0" sz="1400" u="none" cap="none" strike="noStrike">
              <a:solidFill>
                <a:srgbClr val="000000"/>
              </a:solidFill>
              <a:latin typeface="Roboto"/>
              <a:ea typeface="Roboto"/>
              <a:cs typeface="Roboto"/>
              <a:sym typeface="Roboto"/>
            </a:endParaRPr>
          </a:p>
        </p:txBody>
      </p:sp>
      <p:sp>
        <p:nvSpPr>
          <p:cNvPr id="72" name="Google Shape;72;p2"/>
          <p:cNvSpPr txBox="1"/>
          <p:nvPr/>
        </p:nvSpPr>
        <p:spPr>
          <a:xfrm>
            <a:off x="746400" y="5249925"/>
            <a:ext cx="6084300" cy="84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vi-VN" u="none" cap="none" strike="noStrike">
                <a:solidFill>
                  <a:schemeClr val="dk2"/>
                </a:solidFill>
                <a:latin typeface="Roboto"/>
                <a:ea typeface="Roboto"/>
                <a:cs typeface="Roboto"/>
                <a:sym typeface="Roboto"/>
              </a:rPr>
              <a:t>Không cần kinh nghiệm</a:t>
            </a:r>
            <a:endParaRPr b="1" i="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vi-VN" sz="1300" u="none" cap="none" strike="noStrike">
                <a:solidFill>
                  <a:schemeClr val="dk2"/>
                </a:solidFill>
                <a:latin typeface="Roboto"/>
                <a:ea typeface="Roboto"/>
                <a:cs typeface="Roboto"/>
                <a:sym typeface="Roboto"/>
              </a:rPr>
              <a:t>Học các kỹ năng sẵn sàng cho công việc, không cần kinh nghiệm vẫn có thể bắt đầu.</a:t>
            </a:r>
            <a:endParaRPr i="0" sz="1300" u="none" cap="none" strike="noStrike">
              <a:solidFill>
                <a:schemeClr val="dk2"/>
              </a:solidFill>
              <a:latin typeface="Roboto"/>
              <a:ea typeface="Roboto"/>
              <a:cs typeface="Roboto"/>
              <a:sym typeface="Roboto"/>
            </a:endParaRPr>
          </a:p>
        </p:txBody>
      </p:sp>
      <p:sp>
        <p:nvSpPr>
          <p:cNvPr id="73" name="Google Shape;73;p2"/>
          <p:cNvSpPr txBox="1"/>
          <p:nvPr/>
        </p:nvSpPr>
        <p:spPr>
          <a:xfrm>
            <a:off x="776400" y="4225100"/>
            <a:ext cx="6265200" cy="84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vi-VN" u="none" cap="none" strike="noStrike">
                <a:solidFill>
                  <a:schemeClr val="dk2"/>
                </a:solidFill>
                <a:latin typeface="Roboto"/>
                <a:ea typeface="Roboto"/>
                <a:cs typeface="Roboto"/>
                <a:sym typeface="Roboto"/>
              </a:rPr>
              <a:t>Học theo tiến độ phù hợp với bạn</a:t>
            </a:r>
            <a:endParaRPr b="1" i="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vi-VN" sz="1300" u="none" cap="none" strike="noStrike">
                <a:solidFill>
                  <a:schemeClr val="dk2"/>
                </a:solidFill>
                <a:latin typeface="Roboto"/>
                <a:ea typeface="Roboto"/>
                <a:cs typeface="Roboto"/>
                <a:sym typeface="Roboto"/>
              </a:rPr>
              <a:t>Hoàn thành chương trình trực tuyến theo cách riêng của bạn với thời gian học linh hoạt dưới 10 giờ mỗi tuần.</a:t>
            </a:r>
            <a:r>
              <a:rPr baseline="30000" i="0" lang="vi-VN" sz="1300" u="none" cap="none" strike="noStrike">
                <a:solidFill>
                  <a:schemeClr val="dk2"/>
                </a:solidFill>
                <a:latin typeface="Roboto"/>
                <a:ea typeface="Roboto"/>
                <a:cs typeface="Roboto"/>
                <a:sym typeface="Roboto"/>
              </a:rPr>
              <a:t>2</a:t>
            </a:r>
            <a:endParaRPr i="0" sz="1300" u="none" cap="none" strike="noStrike">
              <a:solidFill>
                <a:schemeClr val="dk2"/>
              </a:solidFill>
              <a:latin typeface="Roboto"/>
              <a:ea typeface="Roboto"/>
              <a:cs typeface="Roboto"/>
              <a:sym typeface="Roboto"/>
            </a:endParaRPr>
          </a:p>
        </p:txBody>
      </p:sp>
      <p:sp>
        <p:nvSpPr>
          <p:cNvPr id="74" name="Google Shape;74;p2"/>
          <p:cNvSpPr txBox="1"/>
          <p:nvPr/>
        </p:nvSpPr>
        <p:spPr>
          <a:xfrm>
            <a:off x="710400" y="6163825"/>
            <a:ext cx="5966700" cy="844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1100"/>
              <a:buFont typeface="Arial"/>
              <a:buNone/>
            </a:pPr>
            <a:r>
              <a:rPr b="1" i="0" lang="vi-VN" u="none" cap="none" strike="noStrike">
                <a:solidFill>
                  <a:schemeClr val="dk2"/>
                </a:solidFill>
                <a:latin typeface="Roboto"/>
                <a:ea typeface="Roboto"/>
                <a:cs typeface="Roboto"/>
                <a:sym typeface="Roboto"/>
              </a:rPr>
              <a:t>Thu hút sự chú ý của nhà tuyển dụng</a:t>
            </a:r>
            <a:endParaRPr b="1" i="0" u="none" cap="none" strike="noStrike">
              <a:solidFill>
                <a:schemeClr val="dk2"/>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100"/>
              <a:buFont typeface="Arial"/>
              <a:buNone/>
            </a:pPr>
            <a:r>
              <a:rPr i="0" lang="vi-VN" sz="1300" u="none" cap="none" strike="noStrike">
                <a:solidFill>
                  <a:schemeClr val="dk2"/>
                </a:solidFill>
                <a:latin typeface="Roboto"/>
                <a:ea typeface="Roboto"/>
                <a:cs typeface="Roboto"/>
                <a:sym typeface="Roboto"/>
              </a:rPr>
              <a:t>Tăng tính cạnh tranh cho sơ yếu lý lịch của bạn nhờ chứng nhận của Google.</a:t>
            </a:r>
            <a:endParaRPr i="0" sz="1300" u="none" cap="none" strike="noStrike">
              <a:solidFill>
                <a:schemeClr val="dk2"/>
              </a:solidFill>
              <a:latin typeface="Roboto"/>
              <a:ea typeface="Roboto"/>
              <a:cs typeface="Roboto"/>
              <a:sym typeface="Roboto"/>
            </a:endParaRPr>
          </a:p>
        </p:txBody>
      </p:sp>
      <p:sp>
        <p:nvSpPr>
          <p:cNvPr id="75" name="Google Shape;75;p2"/>
          <p:cNvSpPr txBox="1"/>
          <p:nvPr/>
        </p:nvSpPr>
        <p:spPr>
          <a:xfrm>
            <a:off x="1197875" y="7750275"/>
            <a:ext cx="4834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700"/>
              </a:spcAft>
              <a:buClr>
                <a:srgbClr val="000000"/>
              </a:buClr>
              <a:buSzPts val="1500"/>
              <a:buFont typeface="Arial"/>
              <a:buNone/>
            </a:pPr>
            <a:r>
              <a:rPr i="0" lang="vi-VN" sz="1600" u="none" cap="none" strike="noStrike">
                <a:solidFill>
                  <a:srgbClr val="434343"/>
                </a:solidFill>
                <a:latin typeface="Roboto"/>
                <a:ea typeface="Roboto"/>
                <a:cs typeface="Roboto"/>
                <a:sym typeface="Roboto"/>
              </a:rPr>
              <a:t>Bắt đầu tại</a:t>
            </a:r>
            <a:r>
              <a:rPr i="0" lang="vi-VN" sz="1600" u="none" cap="none" strike="noStrike">
                <a:solidFill>
                  <a:srgbClr val="000000"/>
                </a:solidFill>
                <a:latin typeface="Roboto"/>
                <a:ea typeface="Roboto"/>
                <a:cs typeface="Roboto"/>
                <a:sym typeface="Roboto"/>
              </a:rPr>
              <a:t> </a:t>
            </a:r>
            <a:r>
              <a:rPr i="0" lang="vi-VN" sz="1600" u="sng" cap="none" strike="noStrike">
                <a:solidFill>
                  <a:schemeClr val="hlink"/>
                </a:solidFill>
                <a:latin typeface="Roboto"/>
                <a:ea typeface="Roboto"/>
                <a:cs typeface="Roboto"/>
                <a:sym typeface="Roboto"/>
                <a:hlinkClick r:id="rId4"/>
              </a:rPr>
              <a:t>grow.google/cybersecurity</a:t>
            </a:r>
            <a:endParaRPr i="0" sz="1500" u="none" cap="none" strike="noStrike">
              <a:solidFill>
                <a:srgbClr val="000000"/>
              </a:solidFill>
              <a:latin typeface="Roboto"/>
              <a:ea typeface="Roboto"/>
              <a:cs typeface="Roboto"/>
              <a:sym typeface="Roboto"/>
            </a:endParaRPr>
          </a:p>
        </p:txBody>
      </p:sp>
      <p:sp>
        <p:nvSpPr>
          <p:cNvPr id="76" name="Google Shape;76;p2"/>
          <p:cNvSpPr txBox="1"/>
          <p:nvPr/>
        </p:nvSpPr>
        <p:spPr>
          <a:xfrm>
            <a:off x="237200" y="9689150"/>
            <a:ext cx="6928500" cy="292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vi-VN" sz="700" u="none" cap="none" strike="noStrike">
                <a:solidFill>
                  <a:srgbClr val="595959"/>
                </a:solidFill>
                <a:latin typeface="Arial"/>
                <a:ea typeface="Arial"/>
                <a:cs typeface="Arial"/>
                <a:sym typeface="Arial"/>
              </a:rPr>
              <a:t>2 Hoàn thành trong 6 tháng, dưới 10 giờ mỗi tuần</a:t>
            </a:r>
            <a:endParaRPr b="0" i="0" sz="1400" u="none" cap="none" strike="noStrike">
              <a:solidFill>
                <a:srgbClr val="000000"/>
              </a:solidFill>
              <a:latin typeface="Arial"/>
              <a:ea typeface="Arial"/>
              <a:cs typeface="Arial"/>
              <a:sym typeface="Arial"/>
            </a:endParaRPr>
          </a:p>
        </p:txBody>
      </p:sp>
      <p:sp>
        <p:nvSpPr>
          <p:cNvPr id="77" name="Google Shape;77;p2"/>
          <p:cNvSpPr txBox="1"/>
          <p:nvPr/>
        </p:nvSpPr>
        <p:spPr>
          <a:xfrm>
            <a:off x="4877237" y="3192225"/>
            <a:ext cx="1876200" cy="35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Bảo mật thông tin</a:t>
            </a:r>
            <a:endParaRPr b="0" i="0" sz="1400" u="none" cap="none" strike="noStrike">
              <a:solidFill>
                <a:schemeClr val="dk2"/>
              </a:solidFill>
              <a:latin typeface="Arial"/>
              <a:ea typeface="Arial"/>
              <a:cs typeface="Arial"/>
              <a:sym typeface="Arial"/>
            </a:endParaRPr>
          </a:p>
        </p:txBody>
      </p:sp>
      <p:pic>
        <p:nvPicPr>
          <p:cNvPr id="78" name="Google Shape;78;p2"/>
          <p:cNvPicPr preferRelativeResize="0"/>
          <p:nvPr/>
        </p:nvPicPr>
        <p:blipFill rotWithShape="1">
          <a:blip r:embed="rId5">
            <a:alphaModFix/>
          </a:blip>
          <a:srcRect b="0" l="0" r="0" t="0"/>
          <a:stretch/>
        </p:blipFill>
        <p:spPr>
          <a:xfrm>
            <a:off x="1349625" y="2582487"/>
            <a:ext cx="532900" cy="555449"/>
          </a:xfrm>
          <a:prstGeom prst="rect">
            <a:avLst/>
          </a:prstGeom>
          <a:noFill/>
          <a:ln>
            <a:noFill/>
          </a:ln>
        </p:spPr>
      </p:pic>
      <p:sp>
        <p:nvSpPr>
          <p:cNvPr id="79" name="Google Shape;79;p2"/>
          <p:cNvSpPr/>
          <p:nvPr/>
        </p:nvSpPr>
        <p:spPr>
          <a:xfrm>
            <a:off x="700650" y="6905838"/>
            <a:ext cx="6340800" cy="719100"/>
          </a:xfrm>
          <a:prstGeom prst="rect">
            <a:avLst/>
          </a:prstGeom>
          <a:solidFill>
            <a:schemeClr val="lt2"/>
          </a:solidFill>
          <a:ln cap="flat" cmpd="sng" w="152400">
            <a:solidFill>
              <a:schemeClr val="lt2"/>
            </a:solidFill>
            <a:prstDash val="solid"/>
            <a:round/>
            <a:headEnd len="sm" w="sm" type="none"/>
            <a:tailEnd len="sm" w="sm" type="none"/>
          </a:ln>
        </p:spPr>
        <p:txBody>
          <a:bodyPr anchorCtr="0" anchor="ctr" bIns="91425" lIns="360000" spcFirstLastPara="1" rIns="91425" wrap="square" tIns="91425">
            <a:noAutofit/>
          </a:bodyPr>
          <a:lstStyle/>
          <a:p>
            <a:pPr indent="0" lvl="0" marL="0" marR="228701" rtl="0" algn="ctr">
              <a:lnSpc>
                <a:spcPct val="100000"/>
              </a:lnSpc>
              <a:spcBef>
                <a:spcPts val="0"/>
              </a:spcBef>
              <a:spcAft>
                <a:spcPts val="0"/>
              </a:spcAft>
              <a:buClr>
                <a:srgbClr val="000000"/>
              </a:buClr>
              <a:buSzPts val="1200"/>
              <a:buFont typeface="Arial"/>
              <a:buNone/>
            </a:pPr>
            <a:r>
              <a:rPr i="0" lang="vi-VN" sz="1300" u="none" cap="none" strike="noStrike">
                <a:solidFill>
                  <a:schemeClr val="dk2"/>
                </a:solidFill>
                <a:latin typeface="Roboto"/>
                <a:ea typeface="Roboto"/>
                <a:cs typeface="Roboto"/>
                <a:sym typeface="Roboto"/>
              </a:rPr>
              <a:t>Chứng nhận An ninh mạng của Google giúp bạn chuẩn bị cho kỳ thi CompTIA Security, chứng nhận  hàng đầu trong ngành dành cho công việc trong lĩnh vực an ninh mạng. Bạn sẽ nhận được chứng nhận kép khi hoàn thành cả hai chương trình.</a:t>
            </a:r>
            <a:endParaRPr i="0" sz="1500" u="none" cap="none" strike="noStrike">
              <a:solidFill>
                <a:schemeClr val="dk2"/>
              </a:solidFill>
              <a:latin typeface="Roboto"/>
              <a:ea typeface="Roboto"/>
              <a:cs typeface="Roboto"/>
              <a:sym typeface="Roboto"/>
            </a:endParaRPr>
          </a:p>
        </p:txBody>
      </p:sp>
      <p:sp>
        <p:nvSpPr>
          <p:cNvPr id="80" name="Google Shape;80;p2"/>
          <p:cNvSpPr txBox="1"/>
          <p:nvPr/>
        </p:nvSpPr>
        <p:spPr>
          <a:xfrm>
            <a:off x="677975" y="3284900"/>
            <a:ext cx="1876200" cy="35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Quản lý sự kiện và thông tin bảo mật (SIEM)</a:t>
            </a:r>
            <a:endParaRPr b="0" i="0" sz="1400" u="none" cap="none" strike="noStrike">
              <a:solidFill>
                <a:schemeClr val="dk2"/>
              </a:solidFill>
              <a:latin typeface="Arial"/>
              <a:ea typeface="Arial"/>
              <a:cs typeface="Arial"/>
              <a:sym typeface="Arial"/>
            </a:endParaRPr>
          </a:p>
        </p:txBody>
      </p:sp>
      <p:pic>
        <p:nvPicPr>
          <p:cNvPr id="81" name="Google Shape;81;p2"/>
          <p:cNvPicPr preferRelativeResize="0"/>
          <p:nvPr/>
        </p:nvPicPr>
        <p:blipFill rotWithShape="1">
          <a:blip r:embed="rId6">
            <a:alphaModFix/>
          </a:blip>
          <a:srcRect b="0" l="0" r="0" t="0"/>
          <a:stretch/>
        </p:blipFill>
        <p:spPr>
          <a:xfrm>
            <a:off x="3405148" y="1643112"/>
            <a:ext cx="592600" cy="368320"/>
          </a:xfrm>
          <a:prstGeom prst="rect">
            <a:avLst/>
          </a:prstGeom>
          <a:noFill/>
          <a:ln>
            <a:noFill/>
          </a:ln>
        </p:spPr>
      </p:pic>
      <p:sp>
        <p:nvSpPr>
          <p:cNvPr id="82" name="Google Shape;82;p2"/>
          <p:cNvSpPr txBox="1"/>
          <p:nvPr/>
        </p:nvSpPr>
        <p:spPr>
          <a:xfrm>
            <a:off x="3358912" y="2052388"/>
            <a:ext cx="666000" cy="35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Linux</a:t>
            </a:r>
            <a:endParaRPr b="0" i="0" sz="1400" u="none" cap="none" strike="noStrike">
              <a:solidFill>
                <a:schemeClr val="dk2"/>
              </a:solidFill>
              <a:latin typeface="Arial"/>
              <a:ea typeface="Arial"/>
              <a:cs typeface="Arial"/>
              <a:sym typeface="Arial"/>
            </a:endParaRPr>
          </a:p>
        </p:txBody>
      </p:sp>
      <p:pic>
        <p:nvPicPr>
          <p:cNvPr id="83" name="Google Shape;83;p2"/>
          <p:cNvPicPr preferRelativeResize="0"/>
          <p:nvPr/>
        </p:nvPicPr>
        <p:blipFill rotWithShape="1">
          <a:blip r:embed="rId7">
            <a:alphaModFix/>
          </a:blip>
          <a:srcRect b="0" l="0" r="0" t="0"/>
          <a:stretch/>
        </p:blipFill>
        <p:spPr>
          <a:xfrm>
            <a:off x="5607125" y="2626137"/>
            <a:ext cx="416475" cy="534982"/>
          </a:xfrm>
          <a:prstGeom prst="rect">
            <a:avLst/>
          </a:prstGeom>
          <a:noFill/>
          <a:ln>
            <a:noFill/>
          </a:ln>
        </p:spPr>
      </p:pic>
      <p:pic>
        <p:nvPicPr>
          <p:cNvPr id="84" name="Google Shape;84;p2"/>
          <p:cNvPicPr preferRelativeResize="0"/>
          <p:nvPr/>
        </p:nvPicPr>
        <p:blipFill rotWithShape="1">
          <a:blip r:embed="rId8">
            <a:alphaModFix/>
          </a:blip>
          <a:srcRect b="0" l="0" r="0" t="0"/>
          <a:stretch/>
        </p:blipFill>
        <p:spPr>
          <a:xfrm>
            <a:off x="5607112" y="1631173"/>
            <a:ext cx="416475" cy="407311"/>
          </a:xfrm>
          <a:prstGeom prst="rect">
            <a:avLst/>
          </a:prstGeom>
          <a:noFill/>
          <a:ln>
            <a:noFill/>
          </a:ln>
        </p:spPr>
      </p:pic>
      <p:sp>
        <p:nvSpPr>
          <p:cNvPr id="85" name="Google Shape;85;p2"/>
          <p:cNvSpPr txBox="1"/>
          <p:nvPr/>
        </p:nvSpPr>
        <p:spPr>
          <a:xfrm>
            <a:off x="5397125" y="2061200"/>
            <a:ext cx="836400" cy="35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SQL</a:t>
            </a:r>
            <a:endParaRPr b="0" i="0" sz="1400" u="none" cap="none" strike="noStrike">
              <a:solidFill>
                <a:schemeClr val="dk2"/>
              </a:solidFill>
              <a:latin typeface="Arial"/>
              <a:ea typeface="Arial"/>
              <a:cs typeface="Arial"/>
              <a:sym typeface="Arial"/>
            </a:endParaRPr>
          </a:p>
        </p:txBody>
      </p:sp>
      <p:pic>
        <p:nvPicPr>
          <p:cNvPr id="86" name="Google Shape;86;p2"/>
          <p:cNvPicPr preferRelativeResize="0"/>
          <p:nvPr/>
        </p:nvPicPr>
        <p:blipFill rotWithShape="1">
          <a:blip r:embed="rId9">
            <a:alphaModFix/>
          </a:blip>
          <a:srcRect b="0" l="0" r="0" t="0"/>
          <a:stretch/>
        </p:blipFill>
        <p:spPr>
          <a:xfrm>
            <a:off x="3448525" y="2607476"/>
            <a:ext cx="592600" cy="521187"/>
          </a:xfrm>
          <a:prstGeom prst="rect">
            <a:avLst/>
          </a:prstGeom>
          <a:noFill/>
          <a:ln>
            <a:noFill/>
          </a:ln>
        </p:spPr>
      </p:pic>
      <p:sp>
        <p:nvSpPr>
          <p:cNvPr id="87" name="Google Shape;87;p2"/>
          <p:cNvSpPr txBox="1"/>
          <p:nvPr/>
        </p:nvSpPr>
        <p:spPr>
          <a:xfrm>
            <a:off x="2980650" y="3270975"/>
            <a:ext cx="1558200" cy="3540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Hệ thống phát hiện xâm nhập</a:t>
            </a:r>
            <a:endParaRPr b="0" i="0" sz="1400" u="none" cap="none" strike="noStrike">
              <a:solidFill>
                <a:schemeClr val="dk2"/>
              </a:solidFill>
              <a:latin typeface="Arial"/>
              <a:ea typeface="Arial"/>
              <a:cs typeface="Arial"/>
              <a:sym typeface="Arial"/>
            </a:endParaRPr>
          </a:p>
        </p:txBody>
      </p:sp>
      <p:pic>
        <p:nvPicPr>
          <p:cNvPr id="88" name="Google Shape;88;p2"/>
          <p:cNvPicPr preferRelativeResize="0"/>
          <p:nvPr/>
        </p:nvPicPr>
        <p:blipFill rotWithShape="1">
          <a:blip r:embed="rId10">
            <a:alphaModFix/>
          </a:blip>
          <a:srcRect b="0" l="0" r="0" t="0"/>
          <a:stretch/>
        </p:blipFill>
        <p:spPr>
          <a:xfrm>
            <a:off x="1436384" y="1600961"/>
            <a:ext cx="359401" cy="451500"/>
          </a:xfrm>
          <a:prstGeom prst="rect">
            <a:avLst/>
          </a:prstGeom>
          <a:noFill/>
          <a:ln>
            <a:noFill/>
          </a:ln>
        </p:spPr>
      </p:pic>
      <p:sp>
        <p:nvSpPr>
          <p:cNvPr id="89" name="Google Shape;89;p2"/>
          <p:cNvSpPr txBox="1"/>
          <p:nvPr/>
        </p:nvSpPr>
        <p:spPr>
          <a:xfrm>
            <a:off x="1197875" y="2051888"/>
            <a:ext cx="836400" cy="354000"/>
          </a:xfrm>
          <a:prstGeom prst="rect">
            <a:avLst/>
          </a:prstGeom>
          <a:noFill/>
          <a:ln>
            <a:noFill/>
          </a:ln>
        </p:spPr>
        <p:txBody>
          <a:bodyPr anchorCtr="0" anchor="t" bIns="91425" lIns="91425" spcFirstLastPara="1" rIns="91425" wrap="square" tIns="91425">
            <a:normAutofit/>
          </a:bodyPr>
          <a:lstStyle/>
          <a:p>
            <a:pPr indent="0" lvl="0" marL="0" marR="0" rtl="0" algn="ctr">
              <a:lnSpc>
                <a:spcPct val="100000"/>
              </a:lnSpc>
              <a:spcBef>
                <a:spcPts val="0"/>
              </a:spcBef>
              <a:spcAft>
                <a:spcPts val="0"/>
              </a:spcAft>
              <a:buClr>
                <a:srgbClr val="000000"/>
              </a:buClr>
              <a:buSzPts val="1100"/>
              <a:buFont typeface="Arial"/>
              <a:buNone/>
            </a:pPr>
            <a:r>
              <a:rPr b="0" i="0" lang="vi-VN" sz="1100" u="none" cap="none" strike="noStrike">
                <a:solidFill>
                  <a:schemeClr val="dk2"/>
                </a:solidFill>
                <a:latin typeface="Arial"/>
                <a:ea typeface="Arial"/>
                <a:cs typeface="Arial"/>
                <a:sym typeface="Arial"/>
              </a:rPr>
              <a:t>Python</a:t>
            </a:r>
            <a:endParaRPr b="0" i="0" sz="1400" u="none" cap="none" strike="noStrike">
              <a:solidFill>
                <a:schemeClr val="dk2"/>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