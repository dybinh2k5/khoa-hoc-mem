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058400" cx="7772400"/>
  <p:notesSz cx="6858000" cy="91440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 uri="GoogleSlidesCustomDataVersion2">
      <go:slidesCustomData xmlns:go="http://customooxmlschemas.google.com/" r:id="rId11" roundtripDataSignature="AMtx7mj7480GD+WSJTT9tkB+NGAPhDIA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font" Target="fonts/Roboto-boldItalic.fntdata"/><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264952" y="1456058"/>
            <a:ext cx="7242900" cy="4014300"/>
          </a:xfrm>
          <a:prstGeom prst="rect">
            <a:avLst/>
          </a:prstGeom>
          <a:noFill/>
          <a:ln>
            <a:noFill/>
          </a:ln>
        </p:spPr>
        <p:txBody>
          <a:bodyPr anchorCtr="0" anchor="b" bIns="111375" lIns="111375" spcFirstLastPara="1" rIns="111375" wrap="square" tIns="111375">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11" name="Google Shape;11;p3"/>
          <p:cNvSpPr txBox="1"/>
          <p:nvPr>
            <p:ph idx="1" type="subTitle"/>
          </p:nvPr>
        </p:nvSpPr>
        <p:spPr>
          <a:xfrm>
            <a:off x="264945" y="5542289"/>
            <a:ext cx="7242900" cy="1549800"/>
          </a:xfrm>
          <a:prstGeom prst="rect">
            <a:avLst/>
          </a:prstGeom>
          <a:noFill/>
          <a:ln>
            <a:noFill/>
          </a:ln>
        </p:spPr>
        <p:txBody>
          <a:bodyPr anchorCtr="0" anchor="t" bIns="111375" lIns="111375" spcFirstLastPara="1" rIns="111375" wrap="square" tIns="1113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3"/>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descr="Grow with Google logo" id="13" name="Google Shape;13;p3" title="Grow with Google logo"/>
          <p:cNvPicPr preferRelativeResize="0"/>
          <p:nvPr/>
        </p:nvPicPr>
        <p:blipFill rotWithShape="1">
          <a:blip r:embed="rId2">
            <a:alphaModFix/>
          </a:blip>
          <a:srcRect b="0" l="0" r="0" t="0"/>
          <a:stretch/>
        </p:blipFill>
        <p:spPr>
          <a:xfrm>
            <a:off x="2579102" y="546825"/>
            <a:ext cx="2614201" cy="3542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264945" y="4206107"/>
            <a:ext cx="7242900" cy="1645800"/>
          </a:xfrm>
          <a:prstGeom prst="rect">
            <a:avLst/>
          </a:prstGeom>
          <a:noFill/>
          <a:ln>
            <a:noFill/>
          </a:ln>
        </p:spPr>
        <p:txBody>
          <a:bodyPr anchorCtr="0" anchor="ctr" bIns="111375" lIns="111375" spcFirstLastPara="1" rIns="111375" wrap="square" tIns="111375">
            <a:normAutofit/>
          </a:bodyPr>
          <a:lstStyle>
            <a:lvl1pPr lvl="0" algn="ctr">
              <a:lnSpc>
                <a:spcPct val="100000"/>
              </a:lnSpc>
              <a:spcBef>
                <a:spcPts val="0"/>
              </a:spcBef>
              <a:spcAft>
                <a:spcPts val="0"/>
              </a:spcAft>
              <a:buSzPts val="4300"/>
              <a:buNone/>
              <a:defRPr sz="4300"/>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16" name="Google Shape;16;p4"/>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9" name="Google Shape;19;p5"/>
          <p:cNvPicPr preferRelativeResize="0"/>
          <p:nvPr/>
        </p:nvPicPr>
        <p:blipFill rotWithShape="1">
          <a:blip r:embed="rId2">
            <a:alphaModFix/>
          </a:blip>
          <a:srcRect b="0" l="0" r="0" t="0"/>
          <a:stretch/>
        </p:blipFill>
        <p:spPr>
          <a:xfrm>
            <a:off x="3183173" y="546825"/>
            <a:ext cx="1526000" cy="2067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264945" y="870271"/>
            <a:ext cx="7242900" cy="1120200"/>
          </a:xfrm>
          <a:prstGeom prst="rect">
            <a:avLst/>
          </a:prstGeom>
          <a:noFill/>
          <a:ln>
            <a:noFill/>
          </a:ln>
        </p:spPr>
        <p:txBody>
          <a:bodyPr anchorCtr="0" anchor="t" bIns="111375" lIns="111375" spcFirstLastPara="1" rIns="111375" wrap="square" tIns="111375">
            <a:norm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22" name="Google Shape;22;p6"/>
          <p:cNvSpPr txBox="1"/>
          <p:nvPr>
            <p:ph idx="1" type="body"/>
          </p:nvPr>
        </p:nvSpPr>
        <p:spPr>
          <a:xfrm>
            <a:off x="264945" y="2253729"/>
            <a:ext cx="3399900" cy="6681300"/>
          </a:xfrm>
          <a:prstGeom prst="rect">
            <a:avLst/>
          </a:prstGeom>
          <a:noFill/>
          <a:ln>
            <a:noFill/>
          </a:ln>
        </p:spPr>
        <p:txBody>
          <a:bodyPr anchorCtr="0" anchor="t" bIns="111375" lIns="111375" spcFirstLastPara="1" rIns="111375" wrap="square" tIns="111375">
            <a:normAutofit/>
          </a:bodyPr>
          <a:lstStyle>
            <a:lvl1pPr indent="-342900" lvl="0" marL="457200" algn="l">
              <a:lnSpc>
                <a:spcPct val="115000"/>
              </a:lnSpc>
              <a:spcBef>
                <a:spcPts val="0"/>
              </a:spcBef>
              <a:spcAft>
                <a:spcPts val="0"/>
              </a:spcAft>
              <a:buSzPts val="1800"/>
              <a:buChar char="●"/>
              <a:defRPr sz="1800"/>
            </a:lvl1pPr>
            <a:lvl2pPr indent="-323850" lvl="1" marL="914400" algn="l">
              <a:lnSpc>
                <a:spcPct val="115000"/>
              </a:lnSpc>
              <a:spcBef>
                <a:spcPts val="0"/>
              </a:spcBef>
              <a:spcAft>
                <a:spcPts val="0"/>
              </a:spcAft>
              <a:buSzPts val="1500"/>
              <a:buChar char="○"/>
              <a:defRPr sz="1500"/>
            </a:lvl2pPr>
            <a:lvl3pPr indent="-323850" lvl="2" marL="1371600" algn="l">
              <a:lnSpc>
                <a:spcPct val="115000"/>
              </a:lnSpc>
              <a:spcBef>
                <a:spcPts val="0"/>
              </a:spcBef>
              <a:spcAft>
                <a:spcPts val="0"/>
              </a:spcAft>
              <a:buSzPts val="1500"/>
              <a:buChar char="■"/>
              <a:defRPr sz="1500"/>
            </a:lvl3pPr>
            <a:lvl4pPr indent="-323850" lvl="3" marL="1828800" algn="l">
              <a:lnSpc>
                <a:spcPct val="115000"/>
              </a:lnSpc>
              <a:spcBef>
                <a:spcPts val="0"/>
              </a:spcBef>
              <a:spcAft>
                <a:spcPts val="0"/>
              </a:spcAft>
              <a:buSzPts val="1500"/>
              <a:buChar char="●"/>
              <a:defRPr sz="1500"/>
            </a:lvl4pPr>
            <a:lvl5pPr indent="-323850" lvl="4" marL="2286000" algn="l">
              <a:lnSpc>
                <a:spcPct val="115000"/>
              </a:lnSpc>
              <a:spcBef>
                <a:spcPts val="0"/>
              </a:spcBef>
              <a:spcAft>
                <a:spcPts val="0"/>
              </a:spcAft>
              <a:buSzPts val="1500"/>
              <a:buChar char="○"/>
              <a:defRPr sz="1500"/>
            </a:lvl5pPr>
            <a:lvl6pPr indent="-323850" lvl="5" marL="2743200" algn="l">
              <a:lnSpc>
                <a:spcPct val="115000"/>
              </a:lnSpc>
              <a:spcBef>
                <a:spcPts val="0"/>
              </a:spcBef>
              <a:spcAft>
                <a:spcPts val="0"/>
              </a:spcAft>
              <a:buSzPts val="1500"/>
              <a:buChar char="■"/>
              <a:defRPr sz="1500"/>
            </a:lvl6pPr>
            <a:lvl7pPr indent="-323850" lvl="6" marL="3200400" algn="l">
              <a:lnSpc>
                <a:spcPct val="115000"/>
              </a:lnSpc>
              <a:spcBef>
                <a:spcPts val="0"/>
              </a:spcBef>
              <a:spcAft>
                <a:spcPts val="0"/>
              </a:spcAft>
              <a:buSzPts val="1500"/>
              <a:buChar char="●"/>
              <a:defRPr sz="1500"/>
            </a:lvl7pPr>
            <a:lvl8pPr indent="-323850" lvl="7" marL="3657600" algn="l">
              <a:lnSpc>
                <a:spcPct val="115000"/>
              </a:lnSpc>
              <a:spcBef>
                <a:spcPts val="0"/>
              </a:spcBef>
              <a:spcAft>
                <a:spcPts val="0"/>
              </a:spcAft>
              <a:buSzPts val="1500"/>
              <a:buChar char="○"/>
              <a:defRPr sz="1500"/>
            </a:lvl8pPr>
            <a:lvl9pPr indent="-323850" lvl="8" marL="4114800" algn="l">
              <a:lnSpc>
                <a:spcPct val="115000"/>
              </a:lnSpc>
              <a:spcBef>
                <a:spcPts val="0"/>
              </a:spcBef>
              <a:spcAft>
                <a:spcPts val="0"/>
              </a:spcAft>
              <a:buSzPts val="1500"/>
              <a:buChar char="■"/>
              <a:defRPr sz="1500"/>
            </a:lvl9pPr>
          </a:lstStyle>
          <a:p/>
        </p:txBody>
      </p:sp>
      <p:sp>
        <p:nvSpPr>
          <p:cNvPr id="23" name="Google Shape;23;p6"/>
          <p:cNvSpPr txBox="1"/>
          <p:nvPr>
            <p:ph idx="2" type="body"/>
          </p:nvPr>
        </p:nvSpPr>
        <p:spPr>
          <a:xfrm>
            <a:off x="4107540" y="2253729"/>
            <a:ext cx="3399900" cy="6681300"/>
          </a:xfrm>
          <a:prstGeom prst="rect">
            <a:avLst/>
          </a:prstGeom>
          <a:noFill/>
          <a:ln>
            <a:noFill/>
          </a:ln>
        </p:spPr>
        <p:txBody>
          <a:bodyPr anchorCtr="0" anchor="t" bIns="111375" lIns="111375" spcFirstLastPara="1" rIns="111375" wrap="square" tIns="111375">
            <a:normAutofit/>
          </a:bodyPr>
          <a:lstStyle>
            <a:lvl1pPr indent="-342900" lvl="0" marL="457200" algn="l">
              <a:lnSpc>
                <a:spcPct val="115000"/>
              </a:lnSpc>
              <a:spcBef>
                <a:spcPts val="0"/>
              </a:spcBef>
              <a:spcAft>
                <a:spcPts val="0"/>
              </a:spcAft>
              <a:buSzPts val="1800"/>
              <a:buChar char="●"/>
              <a:defRPr sz="1800"/>
            </a:lvl1pPr>
            <a:lvl2pPr indent="-323850" lvl="1" marL="914400" algn="l">
              <a:lnSpc>
                <a:spcPct val="115000"/>
              </a:lnSpc>
              <a:spcBef>
                <a:spcPts val="0"/>
              </a:spcBef>
              <a:spcAft>
                <a:spcPts val="0"/>
              </a:spcAft>
              <a:buSzPts val="1500"/>
              <a:buChar char="○"/>
              <a:defRPr sz="1500"/>
            </a:lvl2pPr>
            <a:lvl3pPr indent="-323850" lvl="2" marL="1371600" algn="l">
              <a:lnSpc>
                <a:spcPct val="115000"/>
              </a:lnSpc>
              <a:spcBef>
                <a:spcPts val="0"/>
              </a:spcBef>
              <a:spcAft>
                <a:spcPts val="0"/>
              </a:spcAft>
              <a:buSzPts val="1500"/>
              <a:buChar char="■"/>
              <a:defRPr sz="1500"/>
            </a:lvl3pPr>
            <a:lvl4pPr indent="-323850" lvl="3" marL="1828800" algn="l">
              <a:lnSpc>
                <a:spcPct val="115000"/>
              </a:lnSpc>
              <a:spcBef>
                <a:spcPts val="0"/>
              </a:spcBef>
              <a:spcAft>
                <a:spcPts val="0"/>
              </a:spcAft>
              <a:buSzPts val="1500"/>
              <a:buChar char="●"/>
              <a:defRPr sz="1500"/>
            </a:lvl4pPr>
            <a:lvl5pPr indent="-323850" lvl="4" marL="2286000" algn="l">
              <a:lnSpc>
                <a:spcPct val="115000"/>
              </a:lnSpc>
              <a:spcBef>
                <a:spcPts val="0"/>
              </a:spcBef>
              <a:spcAft>
                <a:spcPts val="0"/>
              </a:spcAft>
              <a:buSzPts val="1500"/>
              <a:buChar char="○"/>
              <a:defRPr sz="1500"/>
            </a:lvl5pPr>
            <a:lvl6pPr indent="-323850" lvl="5" marL="2743200" algn="l">
              <a:lnSpc>
                <a:spcPct val="115000"/>
              </a:lnSpc>
              <a:spcBef>
                <a:spcPts val="0"/>
              </a:spcBef>
              <a:spcAft>
                <a:spcPts val="0"/>
              </a:spcAft>
              <a:buSzPts val="1500"/>
              <a:buChar char="■"/>
              <a:defRPr sz="1500"/>
            </a:lvl6pPr>
            <a:lvl7pPr indent="-323850" lvl="6" marL="3200400" algn="l">
              <a:lnSpc>
                <a:spcPct val="115000"/>
              </a:lnSpc>
              <a:spcBef>
                <a:spcPts val="0"/>
              </a:spcBef>
              <a:spcAft>
                <a:spcPts val="0"/>
              </a:spcAft>
              <a:buSzPts val="1500"/>
              <a:buChar char="●"/>
              <a:defRPr sz="1500"/>
            </a:lvl7pPr>
            <a:lvl8pPr indent="-323850" lvl="7" marL="3657600" algn="l">
              <a:lnSpc>
                <a:spcPct val="115000"/>
              </a:lnSpc>
              <a:spcBef>
                <a:spcPts val="0"/>
              </a:spcBef>
              <a:spcAft>
                <a:spcPts val="0"/>
              </a:spcAft>
              <a:buSzPts val="1500"/>
              <a:buChar char="○"/>
              <a:defRPr sz="1500"/>
            </a:lvl8pPr>
            <a:lvl9pPr indent="-323850" lvl="8" marL="4114800" algn="l">
              <a:lnSpc>
                <a:spcPct val="115000"/>
              </a:lnSpc>
              <a:spcBef>
                <a:spcPts val="0"/>
              </a:spcBef>
              <a:spcAft>
                <a:spcPts val="0"/>
              </a:spcAft>
              <a:buSzPts val="1500"/>
              <a:buChar char="■"/>
              <a:defRPr sz="1500"/>
            </a:lvl9pPr>
          </a:lstStyle>
          <a:p/>
        </p:txBody>
      </p:sp>
      <p:sp>
        <p:nvSpPr>
          <p:cNvPr id="24" name="Google Shape;24;p6"/>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264945" y="870271"/>
            <a:ext cx="7242900" cy="1120200"/>
          </a:xfrm>
          <a:prstGeom prst="rect">
            <a:avLst/>
          </a:prstGeom>
          <a:noFill/>
          <a:ln>
            <a:noFill/>
          </a:ln>
        </p:spPr>
        <p:txBody>
          <a:bodyPr anchorCtr="0" anchor="t" bIns="111375" lIns="111375" spcFirstLastPara="1" rIns="111375" wrap="square" tIns="111375">
            <a:norm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27" name="Google Shape;27;p7"/>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264945" y="1086507"/>
            <a:ext cx="2386500" cy="1477500"/>
          </a:xfrm>
          <a:prstGeom prst="rect">
            <a:avLst/>
          </a:prstGeom>
          <a:noFill/>
          <a:ln>
            <a:noFill/>
          </a:ln>
        </p:spPr>
        <p:txBody>
          <a:bodyPr anchorCtr="0" anchor="b" bIns="111375" lIns="111375" spcFirstLastPara="1" rIns="111375" wrap="square" tIns="11137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8"/>
          <p:cNvSpPr txBox="1"/>
          <p:nvPr>
            <p:ph idx="1" type="body"/>
          </p:nvPr>
        </p:nvSpPr>
        <p:spPr>
          <a:xfrm>
            <a:off x="264945" y="2717440"/>
            <a:ext cx="2386500" cy="6217200"/>
          </a:xfrm>
          <a:prstGeom prst="rect">
            <a:avLst/>
          </a:prstGeom>
          <a:noFill/>
          <a:ln>
            <a:noFill/>
          </a:ln>
        </p:spPr>
        <p:txBody>
          <a:bodyPr anchorCtr="0" anchor="t" bIns="111375" lIns="111375" spcFirstLastPara="1" rIns="111375" wrap="square" tIns="111375">
            <a:normAutofit/>
          </a:bodyPr>
          <a:lstStyle>
            <a:lvl1pPr indent="-323850" lvl="0" marL="457200" algn="l">
              <a:lnSpc>
                <a:spcPct val="115000"/>
              </a:lnSpc>
              <a:spcBef>
                <a:spcPts val="0"/>
              </a:spcBef>
              <a:spcAft>
                <a:spcPts val="0"/>
              </a:spcAft>
              <a:buSzPts val="1500"/>
              <a:buChar char="●"/>
              <a:defRPr sz="1500"/>
            </a:lvl1pPr>
            <a:lvl2pPr indent="-323850" lvl="1" marL="914400" algn="l">
              <a:lnSpc>
                <a:spcPct val="115000"/>
              </a:lnSpc>
              <a:spcBef>
                <a:spcPts val="0"/>
              </a:spcBef>
              <a:spcAft>
                <a:spcPts val="0"/>
              </a:spcAft>
              <a:buSzPts val="1500"/>
              <a:buChar char="○"/>
              <a:defRPr sz="1500"/>
            </a:lvl2pPr>
            <a:lvl3pPr indent="-323850" lvl="2" marL="1371600" algn="l">
              <a:lnSpc>
                <a:spcPct val="115000"/>
              </a:lnSpc>
              <a:spcBef>
                <a:spcPts val="0"/>
              </a:spcBef>
              <a:spcAft>
                <a:spcPts val="0"/>
              </a:spcAft>
              <a:buSzPts val="1500"/>
              <a:buChar char="■"/>
              <a:defRPr sz="1500"/>
            </a:lvl3pPr>
            <a:lvl4pPr indent="-323850" lvl="3" marL="1828800" algn="l">
              <a:lnSpc>
                <a:spcPct val="115000"/>
              </a:lnSpc>
              <a:spcBef>
                <a:spcPts val="0"/>
              </a:spcBef>
              <a:spcAft>
                <a:spcPts val="0"/>
              </a:spcAft>
              <a:buSzPts val="1500"/>
              <a:buChar char="●"/>
              <a:defRPr sz="1500"/>
            </a:lvl4pPr>
            <a:lvl5pPr indent="-323850" lvl="4" marL="2286000" algn="l">
              <a:lnSpc>
                <a:spcPct val="115000"/>
              </a:lnSpc>
              <a:spcBef>
                <a:spcPts val="0"/>
              </a:spcBef>
              <a:spcAft>
                <a:spcPts val="0"/>
              </a:spcAft>
              <a:buSzPts val="1500"/>
              <a:buChar char="○"/>
              <a:defRPr sz="1500"/>
            </a:lvl5pPr>
            <a:lvl6pPr indent="-323850" lvl="5" marL="2743200" algn="l">
              <a:lnSpc>
                <a:spcPct val="115000"/>
              </a:lnSpc>
              <a:spcBef>
                <a:spcPts val="0"/>
              </a:spcBef>
              <a:spcAft>
                <a:spcPts val="0"/>
              </a:spcAft>
              <a:buSzPts val="1500"/>
              <a:buChar char="■"/>
              <a:defRPr sz="1500"/>
            </a:lvl6pPr>
            <a:lvl7pPr indent="-323850" lvl="6" marL="3200400" algn="l">
              <a:lnSpc>
                <a:spcPct val="115000"/>
              </a:lnSpc>
              <a:spcBef>
                <a:spcPts val="0"/>
              </a:spcBef>
              <a:spcAft>
                <a:spcPts val="0"/>
              </a:spcAft>
              <a:buSzPts val="1500"/>
              <a:buChar char="●"/>
              <a:defRPr sz="1500"/>
            </a:lvl7pPr>
            <a:lvl8pPr indent="-323850" lvl="7" marL="3657600" algn="l">
              <a:lnSpc>
                <a:spcPct val="115000"/>
              </a:lnSpc>
              <a:spcBef>
                <a:spcPts val="0"/>
              </a:spcBef>
              <a:spcAft>
                <a:spcPts val="0"/>
              </a:spcAft>
              <a:buSzPts val="1500"/>
              <a:buChar char="○"/>
              <a:defRPr sz="1500"/>
            </a:lvl8pPr>
            <a:lvl9pPr indent="-323850" lvl="8" marL="4114800" algn="l">
              <a:lnSpc>
                <a:spcPct val="115000"/>
              </a:lnSpc>
              <a:spcBef>
                <a:spcPts val="0"/>
              </a:spcBef>
              <a:spcAft>
                <a:spcPts val="0"/>
              </a:spcAft>
              <a:buSzPts val="1500"/>
              <a:buChar char="■"/>
              <a:defRPr sz="1500"/>
            </a:lvl9pPr>
          </a:lstStyle>
          <a:p/>
        </p:txBody>
      </p:sp>
      <p:sp>
        <p:nvSpPr>
          <p:cNvPr id="31" name="Google Shape;31;p8"/>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16713" y="880293"/>
            <a:ext cx="5412600" cy="7999500"/>
          </a:xfrm>
          <a:prstGeom prst="rect">
            <a:avLst/>
          </a:prstGeom>
          <a:noFill/>
          <a:ln>
            <a:noFill/>
          </a:ln>
        </p:spPr>
        <p:txBody>
          <a:bodyPr anchorCtr="0" anchor="ctr" bIns="111375" lIns="111375" spcFirstLastPara="1" rIns="111375" wrap="square" tIns="111375">
            <a:normAutofit/>
          </a:bodyPr>
          <a:lstStyle>
            <a:lvl1pPr lvl="0" algn="l">
              <a:lnSpc>
                <a:spcPct val="100000"/>
              </a:lnSpc>
              <a:spcBef>
                <a:spcPts val="0"/>
              </a:spcBef>
              <a:spcAft>
                <a:spcPts val="0"/>
              </a:spcAft>
              <a:buSzPts val="5800"/>
              <a:buNone/>
              <a:defRPr sz="5800"/>
            </a:lvl1pPr>
            <a:lvl2pPr lvl="1" algn="l">
              <a:lnSpc>
                <a:spcPct val="100000"/>
              </a:lnSpc>
              <a:spcBef>
                <a:spcPts val="0"/>
              </a:spcBef>
              <a:spcAft>
                <a:spcPts val="0"/>
              </a:spcAft>
              <a:buSzPts val="5800"/>
              <a:buNone/>
              <a:defRPr sz="5800"/>
            </a:lvl2pPr>
            <a:lvl3pPr lvl="2" algn="l">
              <a:lnSpc>
                <a:spcPct val="100000"/>
              </a:lnSpc>
              <a:spcBef>
                <a:spcPts val="0"/>
              </a:spcBef>
              <a:spcAft>
                <a:spcPts val="0"/>
              </a:spcAft>
              <a:buSzPts val="5800"/>
              <a:buNone/>
              <a:defRPr sz="5800"/>
            </a:lvl3pPr>
            <a:lvl4pPr lvl="3" algn="l">
              <a:lnSpc>
                <a:spcPct val="100000"/>
              </a:lnSpc>
              <a:spcBef>
                <a:spcPts val="0"/>
              </a:spcBef>
              <a:spcAft>
                <a:spcPts val="0"/>
              </a:spcAft>
              <a:buSzPts val="5800"/>
              <a:buNone/>
              <a:defRPr sz="5800"/>
            </a:lvl4pPr>
            <a:lvl5pPr lvl="4" algn="l">
              <a:lnSpc>
                <a:spcPct val="100000"/>
              </a:lnSpc>
              <a:spcBef>
                <a:spcPts val="0"/>
              </a:spcBef>
              <a:spcAft>
                <a:spcPts val="0"/>
              </a:spcAft>
              <a:buSzPts val="5800"/>
              <a:buNone/>
              <a:defRPr sz="5800"/>
            </a:lvl5pPr>
            <a:lvl6pPr lvl="5" algn="l">
              <a:lnSpc>
                <a:spcPct val="100000"/>
              </a:lnSpc>
              <a:spcBef>
                <a:spcPts val="0"/>
              </a:spcBef>
              <a:spcAft>
                <a:spcPts val="0"/>
              </a:spcAft>
              <a:buSzPts val="5800"/>
              <a:buNone/>
              <a:defRPr sz="5800"/>
            </a:lvl6pPr>
            <a:lvl7pPr lvl="6" algn="l">
              <a:lnSpc>
                <a:spcPct val="100000"/>
              </a:lnSpc>
              <a:spcBef>
                <a:spcPts val="0"/>
              </a:spcBef>
              <a:spcAft>
                <a:spcPts val="0"/>
              </a:spcAft>
              <a:buSzPts val="5800"/>
              <a:buNone/>
              <a:defRPr sz="5800"/>
            </a:lvl7pPr>
            <a:lvl8pPr lvl="7" algn="l">
              <a:lnSpc>
                <a:spcPct val="100000"/>
              </a:lnSpc>
              <a:spcBef>
                <a:spcPts val="0"/>
              </a:spcBef>
              <a:spcAft>
                <a:spcPts val="0"/>
              </a:spcAft>
              <a:buSzPts val="5800"/>
              <a:buNone/>
              <a:defRPr sz="5800"/>
            </a:lvl8pPr>
            <a:lvl9pPr lvl="8" algn="l">
              <a:lnSpc>
                <a:spcPct val="100000"/>
              </a:lnSpc>
              <a:spcBef>
                <a:spcPts val="0"/>
              </a:spcBef>
              <a:spcAft>
                <a:spcPts val="0"/>
              </a:spcAft>
              <a:buSzPts val="5800"/>
              <a:buNone/>
              <a:defRPr sz="5800"/>
            </a:lvl9pPr>
          </a:lstStyle>
          <a:p/>
        </p:txBody>
      </p:sp>
      <p:sp>
        <p:nvSpPr>
          <p:cNvPr id="34" name="Google Shape;34;p9"/>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3886200" y="-244"/>
            <a:ext cx="3886200" cy="10058400"/>
          </a:xfrm>
          <a:prstGeom prst="rect">
            <a:avLst/>
          </a:prstGeom>
          <a:solidFill>
            <a:schemeClr val="lt2"/>
          </a:solidFill>
          <a:ln>
            <a:noFill/>
          </a:ln>
        </p:spPr>
        <p:txBody>
          <a:bodyPr anchorCtr="0" anchor="ctr" bIns="111375" lIns="111375" spcFirstLastPara="1" rIns="111375" wrap="square" tIns="11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25675" y="2411542"/>
            <a:ext cx="3438000" cy="2898600"/>
          </a:xfrm>
          <a:prstGeom prst="rect">
            <a:avLst/>
          </a:prstGeom>
          <a:noFill/>
          <a:ln>
            <a:noFill/>
          </a:ln>
        </p:spPr>
        <p:txBody>
          <a:bodyPr anchorCtr="0" anchor="b" bIns="111375" lIns="111375" spcFirstLastPara="1" rIns="111375" wrap="square" tIns="111375">
            <a:normAutofit/>
          </a:bodyPr>
          <a:lstStyle>
            <a:lvl1pPr lvl="0" algn="ctr">
              <a:lnSpc>
                <a:spcPct val="100000"/>
              </a:lnSpc>
              <a:spcBef>
                <a:spcPts val="0"/>
              </a:spcBef>
              <a:spcAft>
                <a:spcPts val="0"/>
              </a:spcAft>
              <a:buSzPts val="5100"/>
              <a:buNone/>
              <a:defRPr sz="5100"/>
            </a:lvl1pPr>
            <a:lvl2pPr lvl="1" algn="ctr">
              <a:lnSpc>
                <a:spcPct val="100000"/>
              </a:lnSpc>
              <a:spcBef>
                <a:spcPts val="0"/>
              </a:spcBef>
              <a:spcAft>
                <a:spcPts val="0"/>
              </a:spcAft>
              <a:buSzPts val="5100"/>
              <a:buNone/>
              <a:defRPr sz="5100"/>
            </a:lvl2pPr>
            <a:lvl3pPr lvl="2" algn="ctr">
              <a:lnSpc>
                <a:spcPct val="100000"/>
              </a:lnSpc>
              <a:spcBef>
                <a:spcPts val="0"/>
              </a:spcBef>
              <a:spcAft>
                <a:spcPts val="0"/>
              </a:spcAft>
              <a:buSzPts val="5100"/>
              <a:buNone/>
              <a:defRPr sz="5100"/>
            </a:lvl3pPr>
            <a:lvl4pPr lvl="3" algn="ctr">
              <a:lnSpc>
                <a:spcPct val="100000"/>
              </a:lnSpc>
              <a:spcBef>
                <a:spcPts val="0"/>
              </a:spcBef>
              <a:spcAft>
                <a:spcPts val="0"/>
              </a:spcAft>
              <a:buSzPts val="5100"/>
              <a:buNone/>
              <a:defRPr sz="5100"/>
            </a:lvl4pPr>
            <a:lvl5pPr lvl="4" algn="ctr">
              <a:lnSpc>
                <a:spcPct val="100000"/>
              </a:lnSpc>
              <a:spcBef>
                <a:spcPts val="0"/>
              </a:spcBef>
              <a:spcAft>
                <a:spcPts val="0"/>
              </a:spcAft>
              <a:buSzPts val="5100"/>
              <a:buNone/>
              <a:defRPr sz="5100"/>
            </a:lvl5pPr>
            <a:lvl6pPr lvl="5" algn="ctr">
              <a:lnSpc>
                <a:spcPct val="100000"/>
              </a:lnSpc>
              <a:spcBef>
                <a:spcPts val="0"/>
              </a:spcBef>
              <a:spcAft>
                <a:spcPts val="0"/>
              </a:spcAft>
              <a:buSzPts val="5100"/>
              <a:buNone/>
              <a:defRPr sz="5100"/>
            </a:lvl6pPr>
            <a:lvl7pPr lvl="6" algn="ctr">
              <a:lnSpc>
                <a:spcPct val="100000"/>
              </a:lnSpc>
              <a:spcBef>
                <a:spcPts val="0"/>
              </a:spcBef>
              <a:spcAft>
                <a:spcPts val="0"/>
              </a:spcAft>
              <a:buSzPts val="5100"/>
              <a:buNone/>
              <a:defRPr sz="5100"/>
            </a:lvl7pPr>
            <a:lvl8pPr lvl="7" algn="ctr">
              <a:lnSpc>
                <a:spcPct val="100000"/>
              </a:lnSpc>
              <a:spcBef>
                <a:spcPts val="0"/>
              </a:spcBef>
              <a:spcAft>
                <a:spcPts val="0"/>
              </a:spcAft>
              <a:buSzPts val="5100"/>
              <a:buNone/>
              <a:defRPr sz="5100"/>
            </a:lvl8pPr>
            <a:lvl9pPr lvl="8" algn="ctr">
              <a:lnSpc>
                <a:spcPct val="100000"/>
              </a:lnSpc>
              <a:spcBef>
                <a:spcPts val="0"/>
              </a:spcBef>
              <a:spcAft>
                <a:spcPts val="0"/>
              </a:spcAft>
              <a:buSzPts val="5100"/>
              <a:buNone/>
              <a:defRPr sz="5100"/>
            </a:lvl9pPr>
          </a:lstStyle>
          <a:p/>
        </p:txBody>
      </p:sp>
      <p:sp>
        <p:nvSpPr>
          <p:cNvPr id="38" name="Google Shape;38;p10"/>
          <p:cNvSpPr txBox="1"/>
          <p:nvPr>
            <p:ph idx="1" type="subTitle"/>
          </p:nvPr>
        </p:nvSpPr>
        <p:spPr>
          <a:xfrm>
            <a:off x="225675" y="5481569"/>
            <a:ext cx="3438000" cy="2415600"/>
          </a:xfrm>
          <a:prstGeom prst="rect">
            <a:avLst/>
          </a:prstGeom>
          <a:noFill/>
          <a:ln>
            <a:noFill/>
          </a:ln>
        </p:spPr>
        <p:txBody>
          <a:bodyPr anchorCtr="0" anchor="t" bIns="111375" lIns="111375" spcFirstLastPara="1" rIns="111375" wrap="square" tIns="1113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10"/>
          <p:cNvSpPr txBox="1"/>
          <p:nvPr>
            <p:ph idx="2" type="body"/>
          </p:nvPr>
        </p:nvSpPr>
        <p:spPr>
          <a:xfrm>
            <a:off x="4198575" y="1415969"/>
            <a:ext cx="3261300" cy="7226100"/>
          </a:xfrm>
          <a:prstGeom prst="rect">
            <a:avLst/>
          </a:prstGeom>
          <a:noFill/>
          <a:ln>
            <a:noFill/>
          </a:ln>
        </p:spPr>
        <p:txBody>
          <a:bodyPr anchorCtr="0" anchor="ctr" bIns="111375" lIns="111375" spcFirstLastPara="1" rIns="111375" wrap="square" tIns="111375">
            <a:normAutofit/>
          </a:bodyPr>
          <a:lstStyle>
            <a:lvl1pPr indent="-374650" lvl="0" marL="457200" algn="l">
              <a:lnSpc>
                <a:spcPct val="115000"/>
              </a:lnSpc>
              <a:spcBef>
                <a:spcPts val="0"/>
              </a:spcBef>
              <a:spcAft>
                <a:spcPts val="0"/>
              </a:spcAft>
              <a:buSzPts val="23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0" name="Google Shape;40;p10"/>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264945" y="8273124"/>
            <a:ext cx="5099400" cy="1183500"/>
          </a:xfrm>
          <a:prstGeom prst="rect">
            <a:avLst/>
          </a:prstGeom>
          <a:noFill/>
          <a:ln>
            <a:noFill/>
          </a:ln>
        </p:spPr>
        <p:txBody>
          <a:bodyPr anchorCtr="0" anchor="ctr" bIns="111375" lIns="111375" spcFirstLastPara="1" rIns="111375" wrap="square" tIns="111375">
            <a:normAutofit/>
          </a:bodyPr>
          <a:lstStyle>
            <a:lvl1pPr indent="-228600" lvl="0" marL="457200" algn="l">
              <a:lnSpc>
                <a:spcPct val="100000"/>
              </a:lnSpc>
              <a:spcBef>
                <a:spcPts val="0"/>
              </a:spcBef>
              <a:spcAft>
                <a:spcPts val="0"/>
              </a:spcAft>
              <a:buSzPts val="2300"/>
              <a:buNone/>
              <a:defRPr/>
            </a:lvl1pPr>
          </a:lstStyle>
          <a:p/>
        </p:txBody>
      </p:sp>
      <p:sp>
        <p:nvSpPr>
          <p:cNvPr id="43" name="Google Shape;43;p11"/>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264945" y="2163089"/>
            <a:ext cx="7242900" cy="3839700"/>
          </a:xfrm>
          <a:prstGeom prst="rect">
            <a:avLst/>
          </a:prstGeom>
          <a:noFill/>
          <a:ln>
            <a:noFill/>
          </a:ln>
        </p:spPr>
        <p:txBody>
          <a:bodyPr anchorCtr="0" anchor="b" bIns="111375" lIns="111375" spcFirstLastPara="1" rIns="111375" wrap="square" tIns="111375">
            <a:normAutofit/>
          </a:bodyPr>
          <a:lstStyle>
            <a:lvl1pPr lvl="0" algn="ctr">
              <a:lnSpc>
                <a:spcPct val="100000"/>
              </a:lnSpc>
              <a:spcBef>
                <a:spcPts val="0"/>
              </a:spcBef>
              <a:spcAft>
                <a:spcPts val="0"/>
              </a:spcAft>
              <a:buSzPts val="14700"/>
              <a:buNone/>
              <a:defRPr sz="14700"/>
            </a:lvl1pPr>
            <a:lvl2pPr lvl="1" algn="ctr">
              <a:lnSpc>
                <a:spcPct val="100000"/>
              </a:lnSpc>
              <a:spcBef>
                <a:spcPts val="0"/>
              </a:spcBef>
              <a:spcAft>
                <a:spcPts val="0"/>
              </a:spcAft>
              <a:buSzPts val="14700"/>
              <a:buNone/>
              <a:defRPr sz="14700"/>
            </a:lvl2pPr>
            <a:lvl3pPr lvl="2" algn="ctr">
              <a:lnSpc>
                <a:spcPct val="100000"/>
              </a:lnSpc>
              <a:spcBef>
                <a:spcPts val="0"/>
              </a:spcBef>
              <a:spcAft>
                <a:spcPts val="0"/>
              </a:spcAft>
              <a:buSzPts val="14700"/>
              <a:buNone/>
              <a:defRPr sz="14700"/>
            </a:lvl3pPr>
            <a:lvl4pPr lvl="3" algn="ctr">
              <a:lnSpc>
                <a:spcPct val="100000"/>
              </a:lnSpc>
              <a:spcBef>
                <a:spcPts val="0"/>
              </a:spcBef>
              <a:spcAft>
                <a:spcPts val="0"/>
              </a:spcAft>
              <a:buSzPts val="14700"/>
              <a:buNone/>
              <a:defRPr sz="14700"/>
            </a:lvl4pPr>
            <a:lvl5pPr lvl="4" algn="ctr">
              <a:lnSpc>
                <a:spcPct val="100000"/>
              </a:lnSpc>
              <a:spcBef>
                <a:spcPts val="0"/>
              </a:spcBef>
              <a:spcAft>
                <a:spcPts val="0"/>
              </a:spcAft>
              <a:buSzPts val="14700"/>
              <a:buNone/>
              <a:defRPr sz="14700"/>
            </a:lvl5pPr>
            <a:lvl6pPr lvl="5" algn="ctr">
              <a:lnSpc>
                <a:spcPct val="100000"/>
              </a:lnSpc>
              <a:spcBef>
                <a:spcPts val="0"/>
              </a:spcBef>
              <a:spcAft>
                <a:spcPts val="0"/>
              </a:spcAft>
              <a:buSzPts val="14700"/>
              <a:buNone/>
              <a:defRPr sz="14700"/>
            </a:lvl6pPr>
            <a:lvl7pPr lvl="6" algn="ctr">
              <a:lnSpc>
                <a:spcPct val="100000"/>
              </a:lnSpc>
              <a:spcBef>
                <a:spcPts val="0"/>
              </a:spcBef>
              <a:spcAft>
                <a:spcPts val="0"/>
              </a:spcAft>
              <a:buSzPts val="14700"/>
              <a:buNone/>
              <a:defRPr sz="14700"/>
            </a:lvl7pPr>
            <a:lvl8pPr lvl="7" algn="ctr">
              <a:lnSpc>
                <a:spcPct val="100000"/>
              </a:lnSpc>
              <a:spcBef>
                <a:spcPts val="0"/>
              </a:spcBef>
              <a:spcAft>
                <a:spcPts val="0"/>
              </a:spcAft>
              <a:buSzPts val="14700"/>
              <a:buNone/>
              <a:defRPr sz="14700"/>
            </a:lvl8pPr>
            <a:lvl9pPr lvl="8" algn="ctr">
              <a:lnSpc>
                <a:spcPct val="100000"/>
              </a:lnSpc>
              <a:spcBef>
                <a:spcPts val="0"/>
              </a:spcBef>
              <a:spcAft>
                <a:spcPts val="0"/>
              </a:spcAft>
              <a:buSzPts val="14700"/>
              <a:buNone/>
              <a:defRPr sz="14700"/>
            </a:lvl9pPr>
          </a:lstStyle>
          <a:p>
            <a:r>
              <a:t>xx%</a:t>
            </a:r>
          </a:p>
        </p:txBody>
      </p:sp>
      <p:sp>
        <p:nvSpPr>
          <p:cNvPr id="46" name="Google Shape;46;p12"/>
          <p:cNvSpPr txBox="1"/>
          <p:nvPr>
            <p:ph idx="1" type="body"/>
          </p:nvPr>
        </p:nvSpPr>
        <p:spPr>
          <a:xfrm>
            <a:off x="264945" y="6164351"/>
            <a:ext cx="7242900" cy="2543700"/>
          </a:xfrm>
          <a:prstGeom prst="rect">
            <a:avLst/>
          </a:prstGeom>
          <a:noFill/>
          <a:ln>
            <a:noFill/>
          </a:ln>
        </p:spPr>
        <p:txBody>
          <a:bodyPr anchorCtr="0" anchor="t" bIns="111375" lIns="111375" spcFirstLastPara="1" rIns="111375" wrap="square" tIns="111375">
            <a:normAutofit/>
          </a:bodyPr>
          <a:lstStyle>
            <a:lvl1pPr indent="-374650" lvl="0" marL="457200" algn="ctr">
              <a:lnSpc>
                <a:spcPct val="115000"/>
              </a:lnSpc>
              <a:spcBef>
                <a:spcPts val="0"/>
              </a:spcBef>
              <a:spcAft>
                <a:spcPts val="0"/>
              </a:spcAft>
              <a:buSzPts val="2300"/>
              <a:buChar char="●"/>
              <a:defRPr/>
            </a:lvl1pPr>
            <a:lvl2pPr indent="-342900" lvl="1" marL="914400" algn="ctr">
              <a:lnSpc>
                <a:spcPct val="115000"/>
              </a:lnSpc>
              <a:spcBef>
                <a:spcPts val="0"/>
              </a:spcBef>
              <a:spcAft>
                <a:spcPts val="0"/>
              </a:spcAft>
              <a:buSzPts val="1800"/>
              <a:buChar char="○"/>
              <a:defRPr/>
            </a:lvl2pPr>
            <a:lvl3pPr indent="-342900" lvl="2" marL="1371600" algn="ctr">
              <a:lnSpc>
                <a:spcPct val="115000"/>
              </a:lnSpc>
              <a:spcBef>
                <a:spcPts val="0"/>
              </a:spcBef>
              <a:spcAft>
                <a:spcPts val="0"/>
              </a:spcAft>
              <a:buSzPts val="1800"/>
              <a:buChar char="■"/>
              <a:defRPr/>
            </a:lvl3pPr>
            <a:lvl4pPr indent="-342900" lvl="3" marL="1828800" algn="ctr">
              <a:lnSpc>
                <a:spcPct val="115000"/>
              </a:lnSpc>
              <a:spcBef>
                <a:spcPts val="0"/>
              </a:spcBef>
              <a:spcAft>
                <a:spcPts val="0"/>
              </a:spcAft>
              <a:buSzPts val="1800"/>
              <a:buChar char="●"/>
              <a:defRPr/>
            </a:lvl4pPr>
            <a:lvl5pPr indent="-342900" lvl="4" marL="2286000" algn="ctr">
              <a:lnSpc>
                <a:spcPct val="115000"/>
              </a:lnSpc>
              <a:spcBef>
                <a:spcPts val="0"/>
              </a:spcBef>
              <a:spcAft>
                <a:spcPts val="0"/>
              </a:spcAft>
              <a:buSzPts val="1800"/>
              <a:buChar char="○"/>
              <a:defRPr/>
            </a:lvl5pPr>
            <a:lvl6pPr indent="-342900" lvl="5" marL="2743200" algn="ctr">
              <a:lnSpc>
                <a:spcPct val="115000"/>
              </a:lnSpc>
              <a:spcBef>
                <a:spcPts val="0"/>
              </a:spcBef>
              <a:spcAft>
                <a:spcPts val="0"/>
              </a:spcAft>
              <a:buSzPts val="1800"/>
              <a:buChar char="■"/>
              <a:defRPr/>
            </a:lvl6pPr>
            <a:lvl7pPr indent="-342900" lvl="6" marL="3200400" algn="ctr">
              <a:lnSpc>
                <a:spcPct val="115000"/>
              </a:lnSpc>
              <a:spcBef>
                <a:spcPts val="0"/>
              </a:spcBef>
              <a:spcAft>
                <a:spcPts val="0"/>
              </a:spcAft>
              <a:buSzPts val="1800"/>
              <a:buChar char="●"/>
              <a:defRPr/>
            </a:lvl7pPr>
            <a:lvl8pPr indent="-342900" lvl="7" marL="3657600" algn="ctr">
              <a:lnSpc>
                <a:spcPct val="115000"/>
              </a:lnSpc>
              <a:spcBef>
                <a:spcPts val="0"/>
              </a:spcBef>
              <a:spcAft>
                <a:spcPts val="0"/>
              </a:spcAft>
              <a:buSzPts val="1800"/>
              <a:buChar char="○"/>
              <a:defRPr/>
            </a:lvl8pPr>
            <a:lvl9pPr indent="-342900" lvl="8" marL="4114800" algn="ctr">
              <a:lnSpc>
                <a:spcPct val="115000"/>
              </a:lnSpc>
              <a:spcBef>
                <a:spcPts val="0"/>
              </a:spcBef>
              <a:spcAft>
                <a:spcPts val="0"/>
              </a:spcAft>
              <a:buSzPts val="1800"/>
              <a:buChar char="■"/>
              <a:defRPr/>
            </a:lvl9pPr>
          </a:lstStyle>
          <a:p/>
        </p:txBody>
      </p:sp>
      <p:sp>
        <p:nvSpPr>
          <p:cNvPr id="47" name="Google Shape;47;p12"/>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64945" y="870271"/>
            <a:ext cx="7242900" cy="1120200"/>
          </a:xfrm>
          <a:prstGeom prst="rect">
            <a:avLst/>
          </a:prstGeom>
          <a:noFill/>
          <a:ln>
            <a:noFill/>
          </a:ln>
        </p:spPr>
        <p:txBody>
          <a:bodyPr anchorCtr="0" anchor="t" bIns="111375" lIns="111375" spcFirstLastPara="1" rIns="111375" wrap="square" tIns="111375">
            <a:normAutofit/>
          </a:bodyPr>
          <a:lstStyle>
            <a:lvl1pPr lvl="0"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264945" y="2253729"/>
            <a:ext cx="7242900" cy="6681300"/>
          </a:xfrm>
          <a:prstGeom prst="rect">
            <a:avLst/>
          </a:prstGeom>
          <a:noFill/>
          <a:ln>
            <a:noFill/>
          </a:ln>
        </p:spPr>
        <p:txBody>
          <a:bodyPr anchorCtr="0" anchor="t" bIns="111375" lIns="111375" spcFirstLastPara="1" rIns="111375" wrap="square" tIns="111375">
            <a:normAutofit/>
          </a:bodyPr>
          <a:lstStyle>
            <a:lvl1pPr indent="-374650" lvl="0" marL="457200" marR="0" rtl="0" algn="l">
              <a:lnSpc>
                <a:spcPct val="115000"/>
              </a:lnSpc>
              <a:spcBef>
                <a:spcPts val="0"/>
              </a:spcBef>
              <a:spcAft>
                <a:spcPts val="0"/>
              </a:spcAft>
              <a:buClr>
                <a:schemeClr val="dk2"/>
              </a:buClr>
              <a:buSzPts val="2300"/>
              <a:buFont typeface="Arial"/>
              <a:buChar char="●"/>
              <a:defRPr b="0" i="0" sz="2300" u="none" cap="none" strike="noStrike">
                <a:solidFill>
                  <a:schemeClr val="dk2"/>
                </a:solidFill>
                <a:latin typeface="Arial"/>
                <a:ea typeface="Arial"/>
                <a:cs typeface="Arial"/>
                <a:sym typeface="Arial"/>
              </a:defRPr>
            </a:lvl1pPr>
            <a:lvl2pPr indent="-342900" lvl="1" marL="9144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2pPr>
            <a:lvl3pPr indent="-342900" lvl="2" marL="13716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3pPr>
            <a:lvl4pPr indent="-342900" lvl="3" marL="18288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5pPr>
            <a:lvl6pPr indent="-342900" lvl="5" marL="2743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6pPr>
            <a:lvl7pPr indent="-342900" lvl="6" marL="32004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7pPr>
            <a:lvl8pPr indent="-342900" lvl="7" marL="36576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8pPr>
            <a:lvl9pPr indent="-342900" lvl="8" marL="41148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row.google/certificates/data-analytics/#?modal_active=none" TargetMode="External"/><Relationship Id="rId4" Type="http://schemas.openxmlformats.org/officeDocument/2006/relationships/hyperlink" Target="https://grow.google/certificates/data-analytics/continue-learning?utm_source=offline&amp;utm_medium=collateral&amp;utm_campaign=advanced-da__geo--US&amp;utm_content=bi-onepag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634200" y="1009300"/>
            <a:ext cx="6504000" cy="627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GB" sz="2500" u="none" cap="none" strike="noStrike">
                <a:solidFill>
                  <a:srgbClr val="4285F4"/>
                </a:solidFill>
                <a:latin typeface="Arial"/>
                <a:ea typeface="Arial"/>
                <a:cs typeface="Arial"/>
                <a:sym typeface="Arial"/>
              </a:rPr>
              <a:t>Google Business Intelligence Certificate</a:t>
            </a:r>
            <a:endParaRPr b="0" i="0" sz="2500" u="none" cap="none" strike="noStrike">
              <a:solidFill>
                <a:srgbClr val="4285F4"/>
              </a:solidFill>
              <a:latin typeface="Arial"/>
              <a:ea typeface="Arial"/>
              <a:cs typeface="Arial"/>
              <a:sym typeface="Arial"/>
            </a:endParaRPr>
          </a:p>
        </p:txBody>
      </p:sp>
      <p:sp>
        <p:nvSpPr>
          <p:cNvPr id="55" name="Google Shape;55;p1"/>
          <p:cNvSpPr txBox="1"/>
          <p:nvPr/>
        </p:nvSpPr>
        <p:spPr>
          <a:xfrm>
            <a:off x="209700" y="1530100"/>
            <a:ext cx="7355100" cy="144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i="0" lang="en-GB" sz="1300" u="none" cap="none" strike="noStrike">
                <a:solidFill>
                  <a:srgbClr val="434343"/>
                </a:solidFill>
                <a:latin typeface="Roboto"/>
                <a:ea typeface="Roboto"/>
                <a:cs typeface="Roboto"/>
                <a:sym typeface="Roboto"/>
              </a:rPr>
              <a:t>Take your data analytics skills further with an advanced certificate in business intelligence. Designed for people working in the field of data analytics or graduates of the </a:t>
            </a:r>
            <a:r>
              <a:rPr i="0" lang="en-GB" sz="1300" u="sng" cap="none" strike="noStrike">
                <a:solidFill>
                  <a:srgbClr val="4285F4"/>
                </a:solidFill>
                <a:latin typeface="Roboto"/>
                <a:ea typeface="Roboto"/>
                <a:cs typeface="Roboto"/>
                <a:sym typeface="Roboto"/>
                <a:hlinkClick r:id="rId3">
                  <a:extLst>
                    <a:ext uri="{A12FA001-AC4F-418D-AE19-62706E023703}">
                      <ahyp:hlinkClr val="tx"/>
                    </a:ext>
                  </a:extLst>
                </a:hlinkClick>
              </a:rPr>
              <a:t>Google Data Analytics Certificate</a:t>
            </a:r>
            <a:r>
              <a:rPr i="0" lang="en-GB" sz="1300" u="none" cap="none" strike="noStrike">
                <a:solidFill>
                  <a:srgbClr val="434343"/>
                </a:solidFill>
                <a:latin typeface="Roboto"/>
                <a:ea typeface="Roboto"/>
                <a:cs typeface="Roboto"/>
                <a:sym typeface="Roboto"/>
              </a:rPr>
              <a:t> program, you’ll enhance your technical skills with tools like BigQuery, Tableau, and SQL and unlock more opportunities for career progression. </a:t>
            </a:r>
            <a:br>
              <a:rPr i="0" lang="en-GB" sz="1300" u="none" cap="none" strike="noStrike">
                <a:solidFill>
                  <a:srgbClr val="434343"/>
                </a:solidFill>
                <a:latin typeface="Roboto"/>
                <a:ea typeface="Roboto"/>
                <a:cs typeface="Roboto"/>
                <a:sym typeface="Roboto"/>
              </a:rPr>
            </a:br>
            <a:endParaRPr i="0" sz="1300" u="none" cap="none" strike="noStrike">
              <a:solidFill>
                <a:srgbClr val="434343"/>
              </a:solidFill>
              <a:latin typeface="Roboto"/>
              <a:ea typeface="Roboto"/>
              <a:cs typeface="Roboto"/>
              <a:sym typeface="Roboto"/>
            </a:endParaRPr>
          </a:p>
          <a:p>
            <a:pPr indent="0" lvl="0" marL="0" marR="0" rtl="0" algn="ctr">
              <a:lnSpc>
                <a:spcPct val="115000"/>
              </a:lnSpc>
              <a:spcBef>
                <a:spcPts val="700"/>
              </a:spcBef>
              <a:spcAft>
                <a:spcPts val="0"/>
              </a:spcAft>
              <a:buClr>
                <a:schemeClr val="dk1"/>
              </a:buClr>
              <a:buSzPts val="1100"/>
              <a:buFont typeface="Arial"/>
              <a:buNone/>
            </a:pPr>
            <a:r>
              <a:rPr i="0" lang="en-GB" sz="1300" u="none" cap="none" strike="noStrike">
                <a:solidFill>
                  <a:srgbClr val="434343"/>
                </a:solidFill>
                <a:latin typeface="Roboto"/>
                <a:ea typeface="Roboto"/>
                <a:cs typeface="Roboto"/>
                <a:sym typeface="Roboto"/>
              </a:rPr>
              <a:t>Grow your career at </a:t>
            </a:r>
            <a:r>
              <a:rPr i="0" lang="en-GB" sz="1300" u="sng" cap="none" strike="noStrike">
                <a:solidFill>
                  <a:srgbClr val="4285F4"/>
                </a:solidFill>
                <a:latin typeface="Roboto"/>
                <a:ea typeface="Roboto"/>
                <a:cs typeface="Roboto"/>
                <a:sym typeface="Roboto"/>
                <a:hlinkClick r:id="rId4">
                  <a:extLst>
                    <a:ext uri="{A12FA001-AC4F-418D-AE19-62706E023703}">
                      <ahyp:hlinkClr val="tx"/>
                    </a:ext>
                  </a:extLst>
                </a:hlinkClick>
              </a:rPr>
              <a:t>grow.google/advancedDA</a:t>
            </a:r>
            <a:endParaRPr i="0" sz="1300" u="none" cap="none" strike="noStrike">
              <a:solidFill>
                <a:srgbClr val="4285F4"/>
              </a:solidFill>
              <a:latin typeface="Roboto"/>
              <a:ea typeface="Roboto"/>
              <a:cs typeface="Roboto"/>
              <a:sym typeface="Roboto"/>
            </a:endParaRPr>
          </a:p>
          <a:p>
            <a:pPr indent="0" lvl="0" marL="0" marR="0" rtl="0" algn="ctr">
              <a:lnSpc>
                <a:spcPct val="115000"/>
              </a:lnSpc>
              <a:spcBef>
                <a:spcPts val="700"/>
              </a:spcBef>
              <a:spcAft>
                <a:spcPts val="700"/>
              </a:spcAft>
              <a:buClr>
                <a:schemeClr val="dk1"/>
              </a:buClr>
              <a:buSzPts val="1100"/>
              <a:buFont typeface="Arial"/>
              <a:buNone/>
            </a:pPr>
            <a:r>
              <a:t/>
            </a:r>
            <a:endParaRPr i="0" sz="1300" u="none" cap="none" strike="noStrike">
              <a:solidFill>
                <a:srgbClr val="434343"/>
              </a:solidFill>
              <a:latin typeface="Roboto"/>
              <a:ea typeface="Roboto"/>
              <a:cs typeface="Roboto"/>
              <a:sym typeface="Roboto"/>
            </a:endParaRPr>
          </a:p>
        </p:txBody>
      </p:sp>
      <p:sp>
        <p:nvSpPr>
          <p:cNvPr id="56" name="Google Shape;56;p1"/>
          <p:cNvSpPr txBox="1"/>
          <p:nvPr/>
        </p:nvSpPr>
        <p:spPr>
          <a:xfrm>
            <a:off x="-74100" y="3242775"/>
            <a:ext cx="7846500" cy="45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i="0" lang="en-GB" sz="1500" u="none" cap="none" strike="noStrike">
                <a:solidFill>
                  <a:srgbClr val="4285F4"/>
                </a:solidFill>
                <a:latin typeface="Roboto"/>
                <a:ea typeface="Roboto"/>
                <a:cs typeface="Roboto"/>
                <a:sym typeface="Roboto"/>
              </a:rPr>
              <a:t>What is business intelligence?</a:t>
            </a:r>
            <a:endParaRPr i="0" sz="1500" u="none" cap="none" strike="noStrike">
              <a:solidFill>
                <a:srgbClr val="4285F4"/>
              </a:solidFill>
              <a:latin typeface="Roboto"/>
              <a:ea typeface="Roboto"/>
              <a:cs typeface="Roboto"/>
              <a:sym typeface="Roboto"/>
            </a:endParaRPr>
          </a:p>
        </p:txBody>
      </p:sp>
      <p:sp>
        <p:nvSpPr>
          <p:cNvPr id="57" name="Google Shape;57;p1"/>
          <p:cNvSpPr txBox="1"/>
          <p:nvPr/>
        </p:nvSpPr>
        <p:spPr>
          <a:xfrm>
            <a:off x="566450" y="5016300"/>
            <a:ext cx="6783900" cy="1999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i="0" lang="en-GB" sz="1300" u="none" cap="none" strike="noStrike">
                <a:solidFill>
                  <a:srgbClr val="434343"/>
                </a:solidFill>
                <a:latin typeface="Roboto"/>
                <a:ea typeface="Roboto"/>
                <a:cs typeface="Roboto"/>
                <a:sym typeface="Roboto"/>
              </a:rPr>
              <a:t>Business intelligence (BI) refers to the various processes and tools used to turn raw data into easy-to-understand and actionable information. Organizations rely on that information to make better strategic and operational business decisions. </a:t>
            </a:r>
            <a:endParaRPr i="0" sz="1300" u="none" cap="none" strike="noStrike">
              <a:solidFill>
                <a:srgbClr val="434343"/>
              </a:solidFill>
              <a:latin typeface="Roboto"/>
              <a:ea typeface="Roboto"/>
              <a:cs typeface="Roboto"/>
              <a:sym typeface="Roboto"/>
            </a:endParaRPr>
          </a:p>
          <a:p>
            <a:pPr indent="0" lvl="0" marL="0" marR="0" rtl="0" algn="just">
              <a:lnSpc>
                <a:spcPct val="115000"/>
              </a:lnSpc>
              <a:spcBef>
                <a:spcPts val="700"/>
              </a:spcBef>
              <a:spcAft>
                <a:spcPts val="700"/>
              </a:spcAft>
              <a:buClr>
                <a:schemeClr val="dk1"/>
              </a:buClr>
              <a:buSzPts val="1100"/>
              <a:buFont typeface="Arial"/>
              <a:buNone/>
            </a:pPr>
            <a:r>
              <a:rPr i="0" lang="en-GB" sz="1300" u="none" cap="none" strike="noStrike">
                <a:solidFill>
                  <a:srgbClr val="434343"/>
                </a:solidFill>
                <a:latin typeface="Roboto"/>
                <a:ea typeface="Roboto"/>
                <a:cs typeface="Roboto"/>
                <a:sym typeface="Roboto"/>
              </a:rPr>
              <a:t>Business intelligence professionals collect, organize, interpret, and report on data to help organizations make informed decisions. For example, BI professionals measure performance, track revenue or spending, and monitor progress, then share the information in ways that help stakeholders understand and use it effectively.</a:t>
            </a:r>
            <a:endParaRPr i="0" sz="1300" u="none" cap="none" strike="noStrike">
              <a:solidFill>
                <a:srgbClr val="434343"/>
              </a:solidFill>
              <a:latin typeface="Roboto"/>
              <a:ea typeface="Roboto"/>
              <a:cs typeface="Roboto"/>
              <a:sym typeface="Roboto"/>
            </a:endParaRPr>
          </a:p>
        </p:txBody>
      </p:sp>
      <p:cxnSp>
        <p:nvCxnSpPr>
          <p:cNvPr id="58" name="Google Shape;58;p1"/>
          <p:cNvCxnSpPr/>
          <p:nvPr/>
        </p:nvCxnSpPr>
        <p:spPr>
          <a:xfrm flipH="1" rot="10800000">
            <a:off x="429138" y="3174300"/>
            <a:ext cx="6914100" cy="300"/>
          </a:xfrm>
          <a:prstGeom prst="straightConnector1">
            <a:avLst/>
          </a:prstGeom>
          <a:noFill/>
          <a:ln cap="flat" cmpd="sng" w="9525">
            <a:solidFill>
              <a:srgbClr val="D9D9D9"/>
            </a:solidFill>
            <a:prstDash val="solid"/>
            <a:round/>
            <a:headEnd len="sm" w="sm" type="none"/>
            <a:tailEnd len="sm" w="sm" type="none"/>
          </a:ln>
        </p:spPr>
      </p:cxnSp>
      <p:cxnSp>
        <p:nvCxnSpPr>
          <p:cNvPr id="59" name="Google Shape;59;p1"/>
          <p:cNvCxnSpPr/>
          <p:nvPr/>
        </p:nvCxnSpPr>
        <p:spPr>
          <a:xfrm flipH="1" rot="10800000">
            <a:off x="368025" y="7246575"/>
            <a:ext cx="6914100" cy="300"/>
          </a:xfrm>
          <a:prstGeom prst="straightConnector1">
            <a:avLst/>
          </a:prstGeom>
          <a:noFill/>
          <a:ln cap="flat" cmpd="sng" w="9525">
            <a:solidFill>
              <a:srgbClr val="D9D9D9"/>
            </a:solidFill>
            <a:prstDash val="solid"/>
            <a:round/>
            <a:headEnd len="sm" w="sm" type="none"/>
            <a:tailEnd len="sm" w="sm" type="none"/>
          </a:ln>
        </p:spPr>
      </p:cxnSp>
      <p:sp>
        <p:nvSpPr>
          <p:cNvPr id="60" name="Google Shape;60;p1"/>
          <p:cNvSpPr txBox="1"/>
          <p:nvPr/>
        </p:nvSpPr>
        <p:spPr>
          <a:xfrm>
            <a:off x="421950" y="7328850"/>
            <a:ext cx="6928500" cy="45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i="0" lang="en-GB" sz="1500" u="none" cap="none" strike="noStrike">
                <a:solidFill>
                  <a:srgbClr val="4285F4"/>
                </a:solidFill>
                <a:latin typeface="Roboto"/>
                <a:ea typeface="Roboto"/>
                <a:cs typeface="Roboto"/>
                <a:sym typeface="Roboto"/>
              </a:rPr>
              <a:t>Why earn a Google Business Intelligence Certificate?</a:t>
            </a:r>
            <a:endParaRPr i="0" sz="1500" u="none" cap="none" strike="noStrike">
              <a:solidFill>
                <a:srgbClr val="4285F4"/>
              </a:solidFill>
              <a:latin typeface="Roboto"/>
              <a:ea typeface="Roboto"/>
              <a:cs typeface="Roboto"/>
              <a:sym typeface="Roboto"/>
            </a:endParaRPr>
          </a:p>
        </p:txBody>
      </p:sp>
      <p:sp>
        <p:nvSpPr>
          <p:cNvPr id="61" name="Google Shape;61;p1"/>
          <p:cNvSpPr txBox="1"/>
          <p:nvPr/>
        </p:nvSpPr>
        <p:spPr>
          <a:xfrm>
            <a:off x="4355400" y="7702250"/>
            <a:ext cx="2783100" cy="99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i="0" lang="en-GB" sz="1500" u="none" cap="none" strike="noStrike">
                <a:solidFill>
                  <a:srgbClr val="434343"/>
                </a:solidFill>
                <a:latin typeface="Roboto"/>
                <a:ea typeface="Roboto"/>
                <a:cs typeface="Roboto"/>
                <a:sym typeface="Roboto"/>
              </a:rPr>
              <a:t>A path to in-demand jobs:</a:t>
            </a:r>
            <a:endParaRPr i="0" sz="1500" u="none" cap="none" strike="noStrike">
              <a:solidFill>
                <a:srgbClr val="43434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en-GB" sz="1100" u="none" cap="none" strike="noStrike">
                <a:solidFill>
                  <a:srgbClr val="434343"/>
                </a:solidFill>
                <a:latin typeface="Roboto"/>
                <a:ea typeface="Roboto"/>
                <a:cs typeface="Roboto"/>
                <a:sym typeface="Roboto"/>
              </a:rPr>
              <a:t>Connect with top employers like, Deloitte, Target, Verizon, and Google.</a:t>
            </a:r>
            <a:endParaRPr i="0" sz="1500" u="none" cap="none" strike="noStrike">
              <a:solidFill>
                <a:srgbClr val="434343"/>
              </a:solidFill>
              <a:latin typeface="Roboto"/>
              <a:ea typeface="Roboto"/>
              <a:cs typeface="Roboto"/>
              <a:sym typeface="Roboto"/>
            </a:endParaRPr>
          </a:p>
        </p:txBody>
      </p:sp>
      <p:sp>
        <p:nvSpPr>
          <p:cNvPr id="62" name="Google Shape;62;p1"/>
          <p:cNvSpPr txBox="1"/>
          <p:nvPr/>
        </p:nvSpPr>
        <p:spPr>
          <a:xfrm>
            <a:off x="634200" y="7702238"/>
            <a:ext cx="2783100" cy="84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i="0" lang="en-GB" sz="1500" u="none" cap="none" strike="noStrike">
                <a:solidFill>
                  <a:srgbClr val="434343"/>
                </a:solidFill>
                <a:latin typeface="Roboto"/>
                <a:ea typeface="Roboto"/>
                <a:cs typeface="Roboto"/>
                <a:sym typeface="Roboto"/>
              </a:rPr>
              <a:t>Grow your career:</a:t>
            </a:r>
            <a:endParaRPr i="0" sz="1500" u="none" cap="none" strike="noStrike">
              <a:solidFill>
                <a:srgbClr val="43434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en-GB" sz="1100" u="none" cap="none" strike="noStrike">
                <a:solidFill>
                  <a:srgbClr val="434343"/>
                </a:solidFill>
                <a:latin typeface="Roboto"/>
                <a:ea typeface="Roboto"/>
                <a:cs typeface="Roboto"/>
                <a:sym typeface="Roboto"/>
              </a:rPr>
              <a:t>Build on your skills and unlock more job opportunities with higher salaries</a:t>
            </a:r>
            <a:r>
              <a:rPr i="0" lang="en-GB" sz="1200" u="none" cap="none" strike="noStrike">
                <a:solidFill>
                  <a:srgbClr val="434343"/>
                </a:solidFill>
                <a:latin typeface="Roboto"/>
                <a:ea typeface="Roboto"/>
                <a:cs typeface="Roboto"/>
                <a:sym typeface="Roboto"/>
              </a:rPr>
              <a:t>.</a:t>
            </a:r>
            <a:endParaRPr i="0" sz="1100" u="none" cap="none" strike="noStrike">
              <a:solidFill>
                <a:srgbClr val="43434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i="0" sz="1100" u="none" cap="none" strike="noStrike">
              <a:solidFill>
                <a:srgbClr val="43434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i="0" sz="1100" u="none" cap="none" strike="noStrike">
              <a:solidFill>
                <a:srgbClr val="434343"/>
              </a:solidFill>
              <a:latin typeface="Roboto"/>
              <a:ea typeface="Roboto"/>
              <a:cs typeface="Roboto"/>
              <a:sym typeface="Roboto"/>
            </a:endParaRPr>
          </a:p>
        </p:txBody>
      </p:sp>
      <p:sp>
        <p:nvSpPr>
          <p:cNvPr id="63" name="Google Shape;63;p1"/>
          <p:cNvSpPr txBox="1"/>
          <p:nvPr/>
        </p:nvSpPr>
        <p:spPr>
          <a:xfrm>
            <a:off x="634198" y="8695850"/>
            <a:ext cx="2710500" cy="1203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i="0" lang="en-GB" sz="1500" u="none" cap="none" strike="noStrike">
                <a:solidFill>
                  <a:srgbClr val="434343"/>
                </a:solidFill>
                <a:latin typeface="Roboto"/>
                <a:ea typeface="Roboto"/>
                <a:cs typeface="Roboto"/>
                <a:sym typeface="Roboto"/>
              </a:rPr>
              <a:t>Learn at your own pace:</a:t>
            </a:r>
            <a:endParaRPr i="0" sz="1500" u="none" cap="none" strike="noStrike">
              <a:solidFill>
                <a:srgbClr val="43434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en-GB" sz="1100" u="none" cap="none" strike="noStrike">
                <a:solidFill>
                  <a:srgbClr val="434343"/>
                </a:solidFill>
                <a:latin typeface="Roboto"/>
                <a:ea typeface="Roboto"/>
                <a:cs typeface="Roboto"/>
                <a:sym typeface="Roboto"/>
              </a:rPr>
              <a:t>Complete the online program in one to two months at a suggested pace of 10 hours of study a week or less.</a:t>
            </a:r>
            <a:br>
              <a:rPr i="0" lang="en-GB" sz="1100" u="none" cap="none" strike="noStrike">
                <a:solidFill>
                  <a:srgbClr val="434343"/>
                </a:solidFill>
                <a:latin typeface="Roboto"/>
                <a:ea typeface="Roboto"/>
                <a:cs typeface="Roboto"/>
                <a:sym typeface="Roboto"/>
              </a:rPr>
            </a:br>
            <a:endParaRPr i="0" sz="1500" u="none" cap="none" strike="noStrike">
              <a:solidFill>
                <a:srgbClr val="434343"/>
              </a:solidFill>
              <a:latin typeface="Roboto"/>
              <a:ea typeface="Roboto"/>
              <a:cs typeface="Roboto"/>
              <a:sym typeface="Roboto"/>
            </a:endParaRPr>
          </a:p>
        </p:txBody>
      </p:sp>
      <p:sp>
        <p:nvSpPr>
          <p:cNvPr id="64" name="Google Shape;64;p1"/>
          <p:cNvSpPr txBox="1"/>
          <p:nvPr/>
        </p:nvSpPr>
        <p:spPr>
          <a:xfrm>
            <a:off x="4355399" y="8774100"/>
            <a:ext cx="2710500" cy="84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i="0" lang="en-GB" sz="1500" u="none" cap="none" strike="noStrike">
                <a:solidFill>
                  <a:srgbClr val="434343"/>
                </a:solidFill>
                <a:latin typeface="Roboto"/>
                <a:ea typeface="Roboto"/>
                <a:cs typeface="Roboto"/>
                <a:sym typeface="Roboto"/>
              </a:rPr>
              <a:t>Stand out to employers:</a:t>
            </a:r>
            <a:endParaRPr i="0" sz="1500" u="none" cap="none" strike="noStrike">
              <a:solidFill>
                <a:srgbClr val="43434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en-GB" sz="1100" u="none" cap="none" strike="noStrike">
                <a:solidFill>
                  <a:srgbClr val="434343"/>
                </a:solidFill>
                <a:latin typeface="Roboto"/>
                <a:ea typeface="Roboto"/>
                <a:cs typeface="Roboto"/>
                <a:sym typeface="Roboto"/>
              </a:rPr>
              <a:t>Make your resume competitive with a credential from Google.</a:t>
            </a:r>
            <a:endParaRPr i="0" sz="1500" u="none" cap="none" strike="noStrike">
              <a:solidFill>
                <a:srgbClr val="434343"/>
              </a:solidFill>
              <a:latin typeface="Roboto"/>
              <a:ea typeface="Roboto"/>
              <a:cs typeface="Roboto"/>
              <a:sym typeface="Roboto"/>
            </a:endParaRPr>
          </a:p>
        </p:txBody>
      </p:sp>
      <p:grpSp>
        <p:nvGrpSpPr>
          <p:cNvPr id="65" name="Google Shape;65;p1"/>
          <p:cNvGrpSpPr/>
          <p:nvPr/>
        </p:nvGrpSpPr>
        <p:grpSpPr>
          <a:xfrm>
            <a:off x="2532379" y="3686228"/>
            <a:ext cx="2783122" cy="1153085"/>
            <a:chOff x="6591887" y="1235542"/>
            <a:chExt cx="1683068" cy="658266"/>
          </a:xfrm>
        </p:grpSpPr>
        <p:sp>
          <p:nvSpPr>
            <p:cNvPr id="66" name="Google Shape;66;p1"/>
            <p:cNvSpPr/>
            <p:nvPr/>
          </p:nvSpPr>
          <p:spPr>
            <a:xfrm>
              <a:off x="8263970" y="1386602"/>
              <a:ext cx="10985" cy="9206"/>
            </a:xfrm>
            <a:custGeom>
              <a:rect b="b" l="l" r="r" t="t"/>
              <a:pathLst>
                <a:path extrusionOk="0" h="1563" w="1865">
                  <a:moveTo>
                    <a:pt x="656" y="0"/>
                  </a:moveTo>
                  <a:lnTo>
                    <a:pt x="505" y="51"/>
                  </a:lnTo>
                  <a:lnTo>
                    <a:pt x="253" y="202"/>
                  </a:lnTo>
                  <a:lnTo>
                    <a:pt x="101" y="454"/>
                  </a:lnTo>
                  <a:lnTo>
                    <a:pt x="51" y="605"/>
                  </a:lnTo>
                  <a:lnTo>
                    <a:pt x="1" y="756"/>
                  </a:lnTo>
                  <a:lnTo>
                    <a:pt x="51" y="958"/>
                  </a:lnTo>
                  <a:lnTo>
                    <a:pt x="101" y="1059"/>
                  </a:lnTo>
                  <a:lnTo>
                    <a:pt x="253" y="1310"/>
                  </a:lnTo>
                  <a:lnTo>
                    <a:pt x="505" y="1512"/>
                  </a:lnTo>
                  <a:lnTo>
                    <a:pt x="656" y="1562"/>
                  </a:lnTo>
                  <a:lnTo>
                    <a:pt x="1210" y="1562"/>
                  </a:lnTo>
                  <a:lnTo>
                    <a:pt x="1361" y="1512"/>
                  </a:lnTo>
                  <a:lnTo>
                    <a:pt x="1613" y="1310"/>
                  </a:lnTo>
                  <a:lnTo>
                    <a:pt x="1815" y="1059"/>
                  </a:lnTo>
                  <a:lnTo>
                    <a:pt x="1815" y="958"/>
                  </a:lnTo>
                  <a:lnTo>
                    <a:pt x="1865" y="756"/>
                  </a:lnTo>
                  <a:lnTo>
                    <a:pt x="1815" y="605"/>
                  </a:lnTo>
                  <a:lnTo>
                    <a:pt x="1815" y="454"/>
                  </a:lnTo>
                  <a:lnTo>
                    <a:pt x="1613" y="202"/>
                  </a:lnTo>
                  <a:lnTo>
                    <a:pt x="1361" y="51"/>
                  </a:lnTo>
                  <a:lnTo>
                    <a:pt x="1210" y="0"/>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8080856" y="1386602"/>
              <a:ext cx="169173" cy="9206"/>
            </a:xfrm>
            <a:custGeom>
              <a:rect b="b" l="l" r="r" t="t"/>
              <a:pathLst>
                <a:path extrusionOk="0" h="1563" w="28722">
                  <a:moveTo>
                    <a:pt x="655" y="0"/>
                  </a:moveTo>
                  <a:lnTo>
                    <a:pt x="504" y="51"/>
                  </a:lnTo>
                  <a:lnTo>
                    <a:pt x="252" y="202"/>
                  </a:lnTo>
                  <a:lnTo>
                    <a:pt x="51" y="454"/>
                  </a:lnTo>
                  <a:lnTo>
                    <a:pt x="0" y="605"/>
                  </a:lnTo>
                  <a:lnTo>
                    <a:pt x="0" y="756"/>
                  </a:lnTo>
                  <a:lnTo>
                    <a:pt x="0" y="958"/>
                  </a:lnTo>
                  <a:lnTo>
                    <a:pt x="51" y="1059"/>
                  </a:lnTo>
                  <a:lnTo>
                    <a:pt x="252" y="1310"/>
                  </a:lnTo>
                  <a:lnTo>
                    <a:pt x="504" y="1512"/>
                  </a:lnTo>
                  <a:lnTo>
                    <a:pt x="655" y="1562"/>
                  </a:lnTo>
                  <a:lnTo>
                    <a:pt x="1462" y="1562"/>
                  </a:lnTo>
                  <a:lnTo>
                    <a:pt x="1613" y="1512"/>
                  </a:lnTo>
                  <a:lnTo>
                    <a:pt x="1865" y="1310"/>
                  </a:lnTo>
                  <a:lnTo>
                    <a:pt x="2016" y="1059"/>
                  </a:lnTo>
                  <a:lnTo>
                    <a:pt x="2066" y="958"/>
                  </a:lnTo>
                  <a:lnTo>
                    <a:pt x="2066" y="756"/>
                  </a:lnTo>
                  <a:lnTo>
                    <a:pt x="2066" y="605"/>
                  </a:lnTo>
                  <a:lnTo>
                    <a:pt x="2016" y="454"/>
                  </a:lnTo>
                  <a:lnTo>
                    <a:pt x="1865" y="202"/>
                  </a:lnTo>
                  <a:lnTo>
                    <a:pt x="1613" y="51"/>
                  </a:lnTo>
                  <a:lnTo>
                    <a:pt x="1462" y="0"/>
                  </a:lnTo>
                  <a:close/>
                  <a:moveTo>
                    <a:pt x="5089" y="0"/>
                  </a:moveTo>
                  <a:lnTo>
                    <a:pt x="4938" y="51"/>
                  </a:lnTo>
                  <a:lnTo>
                    <a:pt x="4686" y="202"/>
                  </a:lnTo>
                  <a:lnTo>
                    <a:pt x="4535" y="454"/>
                  </a:lnTo>
                  <a:lnTo>
                    <a:pt x="4485" y="605"/>
                  </a:lnTo>
                  <a:lnTo>
                    <a:pt x="4434" y="756"/>
                  </a:lnTo>
                  <a:lnTo>
                    <a:pt x="4485" y="958"/>
                  </a:lnTo>
                  <a:lnTo>
                    <a:pt x="4535" y="1059"/>
                  </a:lnTo>
                  <a:lnTo>
                    <a:pt x="4686" y="1310"/>
                  </a:lnTo>
                  <a:lnTo>
                    <a:pt x="4938" y="1512"/>
                  </a:lnTo>
                  <a:lnTo>
                    <a:pt x="5089" y="1562"/>
                  </a:lnTo>
                  <a:lnTo>
                    <a:pt x="5896" y="1562"/>
                  </a:lnTo>
                  <a:lnTo>
                    <a:pt x="6047" y="1512"/>
                  </a:lnTo>
                  <a:lnTo>
                    <a:pt x="6299" y="1310"/>
                  </a:lnTo>
                  <a:lnTo>
                    <a:pt x="6450" y="1059"/>
                  </a:lnTo>
                  <a:lnTo>
                    <a:pt x="6500" y="958"/>
                  </a:lnTo>
                  <a:lnTo>
                    <a:pt x="6500" y="756"/>
                  </a:lnTo>
                  <a:lnTo>
                    <a:pt x="6500" y="605"/>
                  </a:lnTo>
                  <a:lnTo>
                    <a:pt x="6450" y="454"/>
                  </a:lnTo>
                  <a:lnTo>
                    <a:pt x="6299" y="202"/>
                  </a:lnTo>
                  <a:lnTo>
                    <a:pt x="6047" y="51"/>
                  </a:lnTo>
                  <a:lnTo>
                    <a:pt x="5896" y="0"/>
                  </a:lnTo>
                  <a:close/>
                  <a:moveTo>
                    <a:pt x="9524" y="0"/>
                  </a:moveTo>
                  <a:lnTo>
                    <a:pt x="9372" y="51"/>
                  </a:lnTo>
                  <a:lnTo>
                    <a:pt x="9121" y="202"/>
                  </a:lnTo>
                  <a:lnTo>
                    <a:pt x="8969" y="454"/>
                  </a:lnTo>
                  <a:lnTo>
                    <a:pt x="8919" y="605"/>
                  </a:lnTo>
                  <a:lnTo>
                    <a:pt x="8919" y="756"/>
                  </a:lnTo>
                  <a:lnTo>
                    <a:pt x="8919" y="958"/>
                  </a:lnTo>
                  <a:lnTo>
                    <a:pt x="8969" y="1059"/>
                  </a:lnTo>
                  <a:lnTo>
                    <a:pt x="9121" y="1310"/>
                  </a:lnTo>
                  <a:lnTo>
                    <a:pt x="9372" y="1512"/>
                  </a:lnTo>
                  <a:lnTo>
                    <a:pt x="9524" y="1562"/>
                  </a:lnTo>
                  <a:lnTo>
                    <a:pt x="10330" y="1562"/>
                  </a:lnTo>
                  <a:lnTo>
                    <a:pt x="10481" y="1512"/>
                  </a:lnTo>
                  <a:lnTo>
                    <a:pt x="10733" y="1310"/>
                  </a:lnTo>
                  <a:lnTo>
                    <a:pt x="10884" y="1059"/>
                  </a:lnTo>
                  <a:lnTo>
                    <a:pt x="10934" y="958"/>
                  </a:lnTo>
                  <a:lnTo>
                    <a:pt x="10985" y="756"/>
                  </a:lnTo>
                  <a:lnTo>
                    <a:pt x="10934" y="605"/>
                  </a:lnTo>
                  <a:lnTo>
                    <a:pt x="10884" y="454"/>
                  </a:lnTo>
                  <a:lnTo>
                    <a:pt x="10733" y="202"/>
                  </a:lnTo>
                  <a:lnTo>
                    <a:pt x="10481" y="51"/>
                  </a:lnTo>
                  <a:lnTo>
                    <a:pt x="10330" y="0"/>
                  </a:lnTo>
                  <a:close/>
                  <a:moveTo>
                    <a:pt x="13958" y="0"/>
                  </a:moveTo>
                  <a:lnTo>
                    <a:pt x="13807" y="51"/>
                  </a:lnTo>
                  <a:lnTo>
                    <a:pt x="13555" y="202"/>
                  </a:lnTo>
                  <a:lnTo>
                    <a:pt x="13403" y="454"/>
                  </a:lnTo>
                  <a:lnTo>
                    <a:pt x="13353" y="605"/>
                  </a:lnTo>
                  <a:lnTo>
                    <a:pt x="13353" y="756"/>
                  </a:lnTo>
                  <a:lnTo>
                    <a:pt x="13353" y="958"/>
                  </a:lnTo>
                  <a:lnTo>
                    <a:pt x="13403" y="1059"/>
                  </a:lnTo>
                  <a:lnTo>
                    <a:pt x="13555" y="1310"/>
                  </a:lnTo>
                  <a:lnTo>
                    <a:pt x="13807" y="1512"/>
                  </a:lnTo>
                  <a:lnTo>
                    <a:pt x="13958" y="1562"/>
                  </a:lnTo>
                  <a:lnTo>
                    <a:pt x="14764" y="1562"/>
                  </a:lnTo>
                  <a:lnTo>
                    <a:pt x="14915" y="1512"/>
                  </a:lnTo>
                  <a:lnTo>
                    <a:pt x="15167" y="1310"/>
                  </a:lnTo>
                  <a:lnTo>
                    <a:pt x="15318" y="1059"/>
                  </a:lnTo>
                  <a:lnTo>
                    <a:pt x="15369" y="958"/>
                  </a:lnTo>
                  <a:lnTo>
                    <a:pt x="15419" y="756"/>
                  </a:lnTo>
                  <a:lnTo>
                    <a:pt x="15369" y="605"/>
                  </a:lnTo>
                  <a:lnTo>
                    <a:pt x="15318" y="454"/>
                  </a:lnTo>
                  <a:lnTo>
                    <a:pt x="15167" y="202"/>
                  </a:lnTo>
                  <a:lnTo>
                    <a:pt x="14915" y="51"/>
                  </a:lnTo>
                  <a:lnTo>
                    <a:pt x="14764" y="0"/>
                  </a:lnTo>
                  <a:close/>
                  <a:moveTo>
                    <a:pt x="18392" y="0"/>
                  </a:moveTo>
                  <a:lnTo>
                    <a:pt x="18241" y="51"/>
                  </a:lnTo>
                  <a:lnTo>
                    <a:pt x="17989" y="202"/>
                  </a:lnTo>
                  <a:lnTo>
                    <a:pt x="17838" y="454"/>
                  </a:lnTo>
                  <a:lnTo>
                    <a:pt x="17787" y="605"/>
                  </a:lnTo>
                  <a:lnTo>
                    <a:pt x="17787" y="756"/>
                  </a:lnTo>
                  <a:lnTo>
                    <a:pt x="17787" y="958"/>
                  </a:lnTo>
                  <a:lnTo>
                    <a:pt x="17838" y="1059"/>
                  </a:lnTo>
                  <a:lnTo>
                    <a:pt x="17989" y="1310"/>
                  </a:lnTo>
                  <a:lnTo>
                    <a:pt x="18241" y="1512"/>
                  </a:lnTo>
                  <a:lnTo>
                    <a:pt x="18392" y="1562"/>
                  </a:lnTo>
                  <a:lnTo>
                    <a:pt x="19198" y="1562"/>
                  </a:lnTo>
                  <a:lnTo>
                    <a:pt x="19349" y="1512"/>
                  </a:lnTo>
                  <a:lnTo>
                    <a:pt x="19601" y="1310"/>
                  </a:lnTo>
                  <a:lnTo>
                    <a:pt x="19803" y="1059"/>
                  </a:lnTo>
                  <a:lnTo>
                    <a:pt x="19853" y="958"/>
                  </a:lnTo>
                  <a:lnTo>
                    <a:pt x="19853" y="756"/>
                  </a:lnTo>
                  <a:lnTo>
                    <a:pt x="19853" y="605"/>
                  </a:lnTo>
                  <a:lnTo>
                    <a:pt x="19803" y="454"/>
                  </a:lnTo>
                  <a:lnTo>
                    <a:pt x="19601" y="202"/>
                  </a:lnTo>
                  <a:lnTo>
                    <a:pt x="19349" y="51"/>
                  </a:lnTo>
                  <a:lnTo>
                    <a:pt x="19198" y="0"/>
                  </a:lnTo>
                  <a:close/>
                  <a:moveTo>
                    <a:pt x="22876" y="0"/>
                  </a:moveTo>
                  <a:lnTo>
                    <a:pt x="22725" y="51"/>
                  </a:lnTo>
                  <a:lnTo>
                    <a:pt x="22473" y="202"/>
                  </a:lnTo>
                  <a:lnTo>
                    <a:pt x="22272" y="454"/>
                  </a:lnTo>
                  <a:lnTo>
                    <a:pt x="22221" y="605"/>
                  </a:lnTo>
                  <a:lnTo>
                    <a:pt x="22221" y="756"/>
                  </a:lnTo>
                  <a:lnTo>
                    <a:pt x="22221" y="958"/>
                  </a:lnTo>
                  <a:lnTo>
                    <a:pt x="22272" y="1059"/>
                  </a:lnTo>
                  <a:lnTo>
                    <a:pt x="22473" y="1310"/>
                  </a:lnTo>
                  <a:lnTo>
                    <a:pt x="22725" y="1512"/>
                  </a:lnTo>
                  <a:lnTo>
                    <a:pt x="22876" y="1562"/>
                  </a:lnTo>
                  <a:lnTo>
                    <a:pt x="23683" y="1562"/>
                  </a:lnTo>
                  <a:lnTo>
                    <a:pt x="23834" y="1512"/>
                  </a:lnTo>
                  <a:lnTo>
                    <a:pt x="24035" y="1310"/>
                  </a:lnTo>
                  <a:lnTo>
                    <a:pt x="24237" y="1059"/>
                  </a:lnTo>
                  <a:lnTo>
                    <a:pt x="24287" y="958"/>
                  </a:lnTo>
                  <a:lnTo>
                    <a:pt x="24287" y="756"/>
                  </a:lnTo>
                  <a:lnTo>
                    <a:pt x="24287" y="605"/>
                  </a:lnTo>
                  <a:lnTo>
                    <a:pt x="24237" y="454"/>
                  </a:lnTo>
                  <a:lnTo>
                    <a:pt x="24035" y="202"/>
                  </a:lnTo>
                  <a:lnTo>
                    <a:pt x="23834" y="51"/>
                  </a:lnTo>
                  <a:lnTo>
                    <a:pt x="23683" y="0"/>
                  </a:lnTo>
                  <a:close/>
                  <a:moveTo>
                    <a:pt x="27311" y="0"/>
                  </a:moveTo>
                  <a:lnTo>
                    <a:pt x="27159" y="51"/>
                  </a:lnTo>
                  <a:lnTo>
                    <a:pt x="26907" y="202"/>
                  </a:lnTo>
                  <a:lnTo>
                    <a:pt x="26706" y="454"/>
                  </a:lnTo>
                  <a:lnTo>
                    <a:pt x="26656" y="605"/>
                  </a:lnTo>
                  <a:lnTo>
                    <a:pt x="26656" y="756"/>
                  </a:lnTo>
                  <a:lnTo>
                    <a:pt x="26656" y="958"/>
                  </a:lnTo>
                  <a:lnTo>
                    <a:pt x="26706" y="1059"/>
                  </a:lnTo>
                  <a:lnTo>
                    <a:pt x="26907" y="1310"/>
                  </a:lnTo>
                  <a:lnTo>
                    <a:pt x="27159" y="1512"/>
                  </a:lnTo>
                  <a:lnTo>
                    <a:pt x="27311" y="1562"/>
                  </a:lnTo>
                  <a:lnTo>
                    <a:pt x="28117" y="1562"/>
                  </a:lnTo>
                  <a:lnTo>
                    <a:pt x="28268" y="1512"/>
                  </a:lnTo>
                  <a:lnTo>
                    <a:pt x="28520" y="1310"/>
                  </a:lnTo>
                  <a:lnTo>
                    <a:pt x="28671" y="1059"/>
                  </a:lnTo>
                  <a:lnTo>
                    <a:pt x="28721" y="958"/>
                  </a:lnTo>
                  <a:lnTo>
                    <a:pt x="28721" y="756"/>
                  </a:lnTo>
                  <a:lnTo>
                    <a:pt x="28721" y="605"/>
                  </a:lnTo>
                  <a:lnTo>
                    <a:pt x="28671" y="454"/>
                  </a:lnTo>
                  <a:lnTo>
                    <a:pt x="28520" y="202"/>
                  </a:lnTo>
                  <a:lnTo>
                    <a:pt x="28268" y="51"/>
                  </a:lnTo>
                  <a:lnTo>
                    <a:pt x="28117" y="0"/>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8056224" y="1386602"/>
              <a:ext cx="10690" cy="9206"/>
            </a:xfrm>
            <a:custGeom>
              <a:rect b="b" l="l" r="r" t="t"/>
              <a:pathLst>
                <a:path extrusionOk="0" h="1563" w="1815">
                  <a:moveTo>
                    <a:pt x="605" y="0"/>
                  </a:moveTo>
                  <a:lnTo>
                    <a:pt x="454" y="51"/>
                  </a:lnTo>
                  <a:lnTo>
                    <a:pt x="202" y="202"/>
                  </a:lnTo>
                  <a:lnTo>
                    <a:pt x="50" y="454"/>
                  </a:lnTo>
                  <a:lnTo>
                    <a:pt x="0" y="605"/>
                  </a:lnTo>
                  <a:lnTo>
                    <a:pt x="0" y="756"/>
                  </a:lnTo>
                  <a:lnTo>
                    <a:pt x="0" y="958"/>
                  </a:lnTo>
                  <a:lnTo>
                    <a:pt x="50" y="1059"/>
                  </a:lnTo>
                  <a:lnTo>
                    <a:pt x="202" y="1310"/>
                  </a:lnTo>
                  <a:lnTo>
                    <a:pt x="454" y="1512"/>
                  </a:lnTo>
                  <a:lnTo>
                    <a:pt x="605" y="1562"/>
                  </a:lnTo>
                  <a:lnTo>
                    <a:pt x="1209" y="1562"/>
                  </a:lnTo>
                  <a:lnTo>
                    <a:pt x="1310" y="1512"/>
                  </a:lnTo>
                  <a:lnTo>
                    <a:pt x="1562" y="1310"/>
                  </a:lnTo>
                  <a:lnTo>
                    <a:pt x="1764" y="1059"/>
                  </a:lnTo>
                  <a:lnTo>
                    <a:pt x="1814" y="958"/>
                  </a:lnTo>
                  <a:lnTo>
                    <a:pt x="1814" y="756"/>
                  </a:lnTo>
                  <a:lnTo>
                    <a:pt x="1814" y="605"/>
                  </a:lnTo>
                  <a:lnTo>
                    <a:pt x="1764" y="454"/>
                  </a:lnTo>
                  <a:lnTo>
                    <a:pt x="1562" y="202"/>
                  </a:lnTo>
                  <a:lnTo>
                    <a:pt x="1310" y="51"/>
                  </a:lnTo>
                  <a:lnTo>
                    <a:pt x="1209" y="0"/>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952642" y="1346539"/>
              <a:ext cx="218142" cy="9501"/>
            </a:xfrm>
            <a:custGeom>
              <a:rect b="b" l="l" r="r" t="t"/>
              <a:pathLst>
                <a:path extrusionOk="0" h="1613" w="37036">
                  <a:moveTo>
                    <a:pt x="1" y="0"/>
                  </a:moveTo>
                  <a:lnTo>
                    <a:pt x="1" y="1612"/>
                  </a:lnTo>
                  <a:lnTo>
                    <a:pt x="37036" y="1612"/>
                  </a:lnTo>
                  <a:lnTo>
                    <a:pt x="37036" y="0"/>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233532" y="1334070"/>
              <a:ext cx="540455" cy="244559"/>
            </a:xfrm>
            <a:custGeom>
              <a:rect b="b" l="l" r="r" t="t"/>
              <a:pathLst>
                <a:path extrusionOk="0" h="41521" w="91758">
                  <a:moveTo>
                    <a:pt x="90649" y="1"/>
                  </a:moveTo>
                  <a:lnTo>
                    <a:pt x="66916" y="24086"/>
                  </a:lnTo>
                  <a:lnTo>
                    <a:pt x="36330" y="21113"/>
                  </a:lnTo>
                  <a:lnTo>
                    <a:pt x="1" y="40109"/>
                  </a:lnTo>
                  <a:lnTo>
                    <a:pt x="706" y="41520"/>
                  </a:lnTo>
                  <a:lnTo>
                    <a:pt x="36633" y="22726"/>
                  </a:lnTo>
                  <a:lnTo>
                    <a:pt x="67521" y="25698"/>
                  </a:lnTo>
                  <a:lnTo>
                    <a:pt x="91757" y="1109"/>
                  </a:lnTo>
                  <a:lnTo>
                    <a:pt x="90649" y="1"/>
                  </a:lnTo>
                  <a:close/>
                </a:path>
              </a:pathLst>
            </a:cu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213353" y="1553990"/>
              <a:ext cx="44817" cy="44817"/>
            </a:xfrm>
            <a:custGeom>
              <a:rect b="b" l="l" r="r" t="t"/>
              <a:pathLst>
                <a:path extrusionOk="0" h="7609" w="7609">
                  <a:moveTo>
                    <a:pt x="3427" y="0"/>
                  </a:moveTo>
                  <a:lnTo>
                    <a:pt x="3024" y="50"/>
                  </a:lnTo>
                  <a:lnTo>
                    <a:pt x="2671" y="151"/>
                  </a:lnTo>
                  <a:lnTo>
                    <a:pt x="2318" y="302"/>
                  </a:lnTo>
                  <a:lnTo>
                    <a:pt x="1965" y="454"/>
                  </a:lnTo>
                  <a:lnTo>
                    <a:pt x="1663" y="655"/>
                  </a:lnTo>
                  <a:lnTo>
                    <a:pt x="1361" y="857"/>
                  </a:lnTo>
                  <a:lnTo>
                    <a:pt x="1109" y="1109"/>
                  </a:lnTo>
                  <a:lnTo>
                    <a:pt x="857" y="1361"/>
                  </a:lnTo>
                  <a:lnTo>
                    <a:pt x="655" y="1663"/>
                  </a:lnTo>
                  <a:lnTo>
                    <a:pt x="454" y="1965"/>
                  </a:lnTo>
                  <a:lnTo>
                    <a:pt x="303" y="2318"/>
                  </a:lnTo>
                  <a:lnTo>
                    <a:pt x="152" y="2671"/>
                  </a:lnTo>
                  <a:lnTo>
                    <a:pt x="51" y="3023"/>
                  </a:lnTo>
                  <a:lnTo>
                    <a:pt x="0" y="3426"/>
                  </a:lnTo>
                  <a:lnTo>
                    <a:pt x="0" y="3830"/>
                  </a:lnTo>
                  <a:lnTo>
                    <a:pt x="0" y="4182"/>
                  </a:lnTo>
                  <a:lnTo>
                    <a:pt x="51" y="4585"/>
                  </a:lnTo>
                  <a:lnTo>
                    <a:pt x="152" y="4938"/>
                  </a:lnTo>
                  <a:lnTo>
                    <a:pt x="303" y="5291"/>
                  </a:lnTo>
                  <a:lnTo>
                    <a:pt x="454" y="5643"/>
                  </a:lnTo>
                  <a:lnTo>
                    <a:pt x="655" y="5946"/>
                  </a:lnTo>
                  <a:lnTo>
                    <a:pt x="857" y="6248"/>
                  </a:lnTo>
                  <a:lnTo>
                    <a:pt x="1109" y="6500"/>
                  </a:lnTo>
                  <a:lnTo>
                    <a:pt x="1361" y="6752"/>
                  </a:lnTo>
                  <a:lnTo>
                    <a:pt x="1663" y="6954"/>
                  </a:lnTo>
                  <a:lnTo>
                    <a:pt x="1965" y="7155"/>
                  </a:lnTo>
                  <a:lnTo>
                    <a:pt x="2318" y="7306"/>
                  </a:lnTo>
                  <a:lnTo>
                    <a:pt x="2671" y="7457"/>
                  </a:lnTo>
                  <a:lnTo>
                    <a:pt x="3024" y="7558"/>
                  </a:lnTo>
                  <a:lnTo>
                    <a:pt x="3427" y="7609"/>
                  </a:lnTo>
                  <a:lnTo>
                    <a:pt x="4183" y="7609"/>
                  </a:lnTo>
                  <a:lnTo>
                    <a:pt x="4586" y="7558"/>
                  </a:lnTo>
                  <a:lnTo>
                    <a:pt x="4938" y="7457"/>
                  </a:lnTo>
                  <a:lnTo>
                    <a:pt x="5291" y="7306"/>
                  </a:lnTo>
                  <a:lnTo>
                    <a:pt x="5644" y="7155"/>
                  </a:lnTo>
                  <a:lnTo>
                    <a:pt x="5946" y="6954"/>
                  </a:lnTo>
                  <a:lnTo>
                    <a:pt x="6248" y="6752"/>
                  </a:lnTo>
                  <a:lnTo>
                    <a:pt x="6500" y="6500"/>
                  </a:lnTo>
                  <a:lnTo>
                    <a:pt x="6752" y="6248"/>
                  </a:lnTo>
                  <a:lnTo>
                    <a:pt x="6954" y="5946"/>
                  </a:lnTo>
                  <a:lnTo>
                    <a:pt x="7155" y="5643"/>
                  </a:lnTo>
                  <a:lnTo>
                    <a:pt x="7307" y="5291"/>
                  </a:lnTo>
                  <a:lnTo>
                    <a:pt x="7458" y="4938"/>
                  </a:lnTo>
                  <a:lnTo>
                    <a:pt x="7559" y="4585"/>
                  </a:lnTo>
                  <a:lnTo>
                    <a:pt x="7609" y="4182"/>
                  </a:lnTo>
                  <a:lnTo>
                    <a:pt x="7609" y="3830"/>
                  </a:lnTo>
                  <a:lnTo>
                    <a:pt x="7609" y="3426"/>
                  </a:lnTo>
                  <a:lnTo>
                    <a:pt x="7559" y="3023"/>
                  </a:lnTo>
                  <a:lnTo>
                    <a:pt x="7458" y="2671"/>
                  </a:lnTo>
                  <a:lnTo>
                    <a:pt x="7307" y="2318"/>
                  </a:lnTo>
                  <a:lnTo>
                    <a:pt x="7155" y="1965"/>
                  </a:lnTo>
                  <a:lnTo>
                    <a:pt x="6954" y="1663"/>
                  </a:lnTo>
                  <a:lnTo>
                    <a:pt x="6752" y="1361"/>
                  </a:lnTo>
                  <a:lnTo>
                    <a:pt x="6500" y="1109"/>
                  </a:lnTo>
                  <a:lnTo>
                    <a:pt x="6248" y="857"/>
                  </a:lnTo>
                  <a:lnTo>
                    <a:pt x="5946" y="655"/>
                  </a:lnTo>
                  <a:lnTo>
                    <a:pt x="5644" y="454"/>
                  </a:lnTo>
                  <a:lnTo>
                    <a:pt x="5291" y="302"/>
                  </a:lnTo>
                  <a:lnTo>
                    <a:pt x="4938" y="151"/>
                  </a:lnTo>
                  <a:lnTo>
                    <a:pt x="4586" y="50"/>
                  </a:lnTo>
                  <a:lnTo>
                    <a:pt x="4183" y="0"/>
                  </a:lnTo>
                  <a:close/>
                </a:path>
              </a:pathLst>
            </a:cu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418431" y="1433793"/>
              <a:ext cx="61739" cy="61733"/>
            </a:xfrm>
            <a:custGeom>
              <a:rect b="b" l="l" r="r" t="t"/>
              <a:pathLst>
                <a:path extrusionOk="0" h="10481" w="10482">
                  <a:moveTo>
                    <a:pt x="4686" y="0"/>
                  </a:moveTo>
                  <a:lnTo>
                    <a:pt x="4183" y="101"/>
                  </a:lnTo>
                  <a:lnTo>
                    <a:pt x="3679" y="202"/>
                  </a:lnTo>
                  <a:lnTo>
                    <a:pt x="3175" y="403"/>
                  </a:lnTo>
                  <a:lnTo>
                    <a:pt x="2721" y="605"/>
                  </a:lnTo>
                  <a:lnTo>
                    <a:pt x="2318" y="907"/>
                  </a:lnTo>
                  <a:lnTo>
                    <a:pt x="1915" y="1159"/>
                  </a:lnTo>
                  <a:lnTo>
                    <a:pt x="1512" y="1512"/>
                  </a:lnTo>
                  <a:lnTo>
                    <a:pt x="1210" y="1915"/>
                  </a:lnTo>
                  <a:lnTo>
                    <a:pt x="907" y="2318"/>
                  </a:lnTo>
                  <a:lnTo>
                    <a:pt x="655" y="2721"/>
                  </a:lnTo>
                  <a:lnTo>
                    <a:pt x="404" y="3174"/>
                  </a:lnTo>
                  <a:lnTo>
                    <a:pt x="252" y="3678"/>
                  </a:lnTo>
                  <a:lnTo>
                    <a:pt x="101" y="4182"/>
                  </a:lnTo>
                  <a:lnTo>
                    <a:pt x="0" y="4686"/>
                  </a:lnTo>
                  <a:lnTo>
                    <a:pt x="0" y="5240"/>
                  </a:lnTo>
                  <a:lnTo>
                    <a:pt x="0" y="5744"/>
                  </a:lnTo>
                  <a:lnTo>
                    <a:pt x="101" y="6298"/>
                  </a:lnTo>
                  <a:lnTo>
                    <a:pt x="252" y="6802"/>
                  </a:lnTo>
                  <a:lnTo>
                    <a:pt x="404" y="7256"/>
                  </a:lnTo>
                  <a:lnTo>
                    <a:pt x="655" y="7709"/>
                  </a:lnTo>
                  <a:lnTo>
                    <a:pt x="907" y="8163"/>
                  </a:lnTo>
                  <a:lnTo>
                    <a:pt x="1210" y="8566"/>
                  </a:lnTo>
                  <a:lnTo>
                    <a:pt x="1512" y="8919"/>
                  </a:lnTo>
                  <a:lnTo>
                    <a:pt x="1915" y="9271"/>
                  </a:lnTo>
                  <a:lnTo>
                    <a:pt x="2318" y="9574"/>
                  </a:lnTo>
                  <a:lnTo>
                    <a:pt x="2721" y="9826"/>
                  </a:lnTo>
                  <a:lnTo>
                    <a:pt x="3175" y="10078"/>
                  </a:lnTo>
                  <a:lnTo>
                    <a:pt x="3679" y="10229"/>
                  </a:lnTo>
                  <a:lnTo>
                    <a:pt x="4183" y="10380"/>
                  </a:lnTo>
                  <a:lnTo>
                    <a:pt x="4686" y="10430"/>
                  </a:lnTo>
                  <a:lnTo>
                    <a:pt x="5241" y="10481"/>
                  </a:lnTo>
                  <a:lnTo>
                    <a:pt x="5795" y="10430"/>
                  </a:lnTo>
                  <a:lnTo>
                    <a:pt x="6299" y="10380"/>
                  </a:lnTo>
                  <a:lnTo>
                    <a:pt x="6803" y="10229"/>
                  </a:lnTo>
                  <a:lnTo>
                    <a:pt x="7256" y="10078"/>
                  </a:lnTo>
                  <a:lnTo>
                    <a:pt x="7760" y="9826"/>
                  </a:lnTo>
                  <a:lnTo>
                    <a:pt x="8163" y="9574"/>
                  </a:lnTo>
                  <a:lnTo>
                    <a:pt x="8566" y="9271"/>
                  </a:lnTo>
                  <a:lnTo>
                    <a:pt x="8969" y="8919"/>
                  </a:lnTo>
                  <a:lnTo>
                    <a:pt x="9272" y="8566"/>
                  </a:lnTo>
                  <a:lnTo>
                    <a:pt x="9574" y="8163"/>
                  </a:lnTo>
                  <a:lnTo>
                    <a:pt x="9826" y="7709"/>
                  </a:lnTo>
                  <a:lnTo>
                    <a:pt x="10078" y="7256"/>
                  </a:lnTo>
                  <a:lnTo>
                    <a:pt x="10229" y="6802"/>
                  </a:lnTo>
                  <a:lnTo>
                    <a:pt x="10380" y="6298"/>
                  </a:lnTo>
                  <a:lnTo>
                    <a:pt x="10431" y="5744"/>
                  </a:lnTo>
                  <a:lnTo>
                    <a:pt x="10481" y="5240"/>
                  </a:lnTo>
                  <a:lnTo>
                    <a:pt x="10431" y="4686"/>
                  </a:lnTo>
                  <a:lnTo>
                    <a:pt x="10380" y="4182"/>
                  </a:lnTo>
                  <a:lnTo>
                    <a:pt x="10229" y="3678"/>
                  </a:lnTo>
                  <a:lnTo>
                    <a:pt x="10078" y="3174"/>
                  </a:lnTo>
                  <a:lnTo>
                    <a:pt x="9826" y="2721"/>
                  </a:lnTo>
                  <a:lnTo>
                    <a:pt x="9574" y="2318"/>
                  </a:lnTo>
                  <a:lnTo>
                    <a:pt x="9272" y="1915"/>
                  </a:lnTo>
                  <a:lnTo>
                    <a:pt x="8969" y="1512"/>
                  </a:lnTo>
                  <a:lnTo>
                    <a:pt x="8566" y="1159"/>
                  </a:lnTo>
                  <a:lnTo>
                    <a:pt x="8163" y="907"/>
                  </a:lnTo>
                  <a:lnTo>
                    <a:pt x="7760" y="605"/>
                  </a:lnTo>
                  <a:lnTo>
                    <a:pt x="7256" y="403"/>
                  </a:lnTo>
                  <a:lnTo>
                    <a:pt x="6803" y="202"/>
                  </a:lnTo>
                  <a:lnTo>
                    <a:pt x="6299" y="101"/>
                  </a:lnTo>
                  <a:lnTo>
                    <a:pt x="5795" y="0"/>
                  </a:lnTo>
                  <a:close/>
                </a:path>
              </a:pathLst>
            </a:custGeom>
            <a:solidFill>
              <a:srgbClr val="34A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605998" y="1458125"/>
              <a:ext cx="44823" cy="44823"/>
            </a:xfrm>
            <a:custGeom>
              <a:rect b="b" l="l" r="r" t="t"/>
              <a:pathLst>
                <a:path extrusionOk="0" h="7610" w="7610">
                  <a:moveTo>
                    <a:pt x="3427" y="1"/>
                  </a:moveTo>
                  <a:lnTo>
                    <a:pt x="3024" y="51"/>
                  </a:lnTo>
                  <a:lnTo>
                    <a:pt x="2671" y="152"/>
                  </a:lnTo>
                  <a:lnTo>
                    <a:pt x="2318" y="303"/>
                  </a:lnTo>
                  <a:lnTo>
                    <a:pt x="1966" y="454"/>
                  </a:lnTo>
                  <a:lnTo>
                    <a:pt x="1663" y="656"/>
                  </a:lnTo>
                  <a:lnTo>
                    <a:pt x="1361" y="857"/>
                  </a:lnTo>
                  <a:lnTo>
                    <a:pt x="1109" y="1109"/>
                  </a:lnTo>
                  <a:lnTo>
                    <a:pt x="857" y="1361"/>
                  </a:lnTo>
                  <a:lnTo>
                    <a:pt x="656" y="1664"/>
                  </a:lnTo>
                  <a:lnTo>
                    <a:pt x="454" y="1966"/>
                  </a:lnTo>
                  <a:lnTo>
                    <a:pt x="303" y="2319"/>
                  </a:lnTo>
                  <a:lnTo>
                    <a:pt x="152" y="2671"/>
                  </a:lnTo>
                  <a:lnTo>
                    <a:pt x="51" y="3024"/>
                  </a:lnTo>
                  <a:lnTo>
                    <a:pt x="1" y="3427"/>
                  </a:lnTo>
                  <a:lnTo>
                    <a:pt x="1" y="3830"/>
                  </a:lnTo>
                  <a:lnTo>
                    <a:pt x="1" y="4183"/>
                  </a:lnTo>
                  <a:lnTo>
                    <a:pt x="51" y="4586"/>
                  </a:lnTo>
                  <a:lnTo>
                    <a:pt x="152" y="4939"/>
                  </a:lnTo>
                  <a:lnTo>
                    <a:pt x="303" y="5292"/>
                  </a:lnTo>
                  <a:lnTo>
                    <a:pt x="454" y="5644"/>
                  </a:lnTo>
                  <a:lnTo>
                    <a:pt x="656" y="5947"/>
                  </a:lnTo>
                  <a:lnTo>
                    <a:pt x="857" y="6249"/>
                  </a:lnTo>
                  <a:lnTo>
                    <a:pt x="1109" y="6501"/>
                  </a:lnTo>
                  <a:lnTo>
                    <a:pt x="1361" y="6753"/>
                  </a:lnTo>
                  <a:lnTo>
                    <a:pt x="1663" y="7005"/>
                  </a:lnTo>
                  <a:lnTo>
                    <a:pt x="1966" y="7156"/>
                  </a:lnTo>
                  <a:lnTo>
                    <a:pt x="2318" y="7357"/>
                  </a:lnTo>
                  <a:lnTo>
                    <a:pt x="2671" y="7458"/>
                  </a:lnTo>
                  <a:lnTo>
                    <a:pt x="3024" y="7559"/>
                  </a:lnTo>
                  <a:lnTo>
                    <a:pt x="3427" y="7609"/>
                  </a:lnTo>
                  <a:lnTo>
                    <a:pt x="4183" y="7609"/>
                  </a:lnTo>
                  <a:lnTo>
                    <a:pt x="4586" y="7559"/>
                  </a:lnTo>
                  <a:lnTo>
                    <a:pt x="4939" y="7458"/>
                  </a:lnTo>
                  <a:lnTo>
                    <a:pt x="5291" y="7357"/>
                  </a:lnTo>
                  <a:lnTo>
                    <a:pt x="5644" y="7156"/>
                  </a:lnTo>
                  <a:lnTo>
                    <a:pt x="5946" y="7005"/>
                  </a:lnTo>
                  <a:lnTo>
                    <a:pt x="6249" y="6753"/>
                  </a:lnTo>
                  <a:lnTo>
                    <a:pt x="6501" y="6501"/>
                  </a:lnTo>
                  <a:lnTo>
                    <a:pt x="6753" y="6249"/>
                  </a:lnTo>
                  <a:lnTo>
                    <a:pt x="6954" y="5947"/>
                  </a:lnTo>
                  <a:lnTo>
                    <a:pt x="7156" y="5644"/>
                  </a:lnTo>
                  <a:lnTo>
                    <a:pt x="7307" y="5292"/>
                  </a:lnTo>
                  <a:lnTo>
                    <a:pt x="7458" y="4939"/>
                  </a:lnTo>
                  <a:lnTo>
                    <a:pt x="7559" y="4586"/>
                  </a:lnTo>
                  <a:lnTo>
                    <a:pt x="7609" y="4183"/>
                  </a:lnTo>
                  <a:lnTo>
                    <a:pt x="7609" y="3830"/>
                  </a:lnTo>
                  <a:lnTo>
                    <a:pt x="7609" y="3427"/>
                  </a:lnTo>
                  <a:lnTo>
                    <a:pt x="7559" y="3024"/>
                  </a:lnTo>
                  <a:lnTo>
                    <a:pt x="7458" y="2671"/>
                  </a:lnTo>
                  <a:lnTo>
                    <a:pt x="7307" y="2319"/>
                  </a:lnTo>
                  <a:lnTo>
                    <a:pt x="7156" y="1966"/>
                  </a:lnTo>
                  <a:lnTo>
                    <a:pt x="6954" y="1664"/>
                  </a:lnTo>
                  <a:lnTo>
                    <a:pt x="6753" y="1361"/>
                  </a:lnTo>
                  <a:lnTo>
                    <a:pt x="6501" y="1109"/>
                  </a:lnTo>
                  <a:lnTo>
                    <a:pt x="6249" y="857"/>
                  </a:lnTo>
                  <a:lnTo>
                    <a:pt x="5946" y="656"/>
                  </a:lnTo>
                  <a:lnTo>
                    <a:pt x="5644" y="454"/>
                  </a:lnTo>
                  <a:lnTo>
                    <a:pt x="5291" y="303"/>
                  </a:lnTo>
                  <a:lnTo>
                    <a:pt x="4939" y="152"/>
                  </a:lnTo>
                  <a:lnTo>
                    <a:pt x="4586" y="51"/>
                  </a:lnTo>
                  <a:lnTo>
                    <a:pt x="4183" y="1"/>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7739848" y="1309732"/>
              <a:ext cx="56096" cy="55802"/>
            </a:xfrm>
            <a:custGeom>
              <a:rect b="b" l="l" r="r" t="t"/>
              <a:pathLst>
                <a:path extrusionOk="0" h="9474" w="9524">
                  <a:moveTo>
                    <a:pt x="4284" y="1"/>
                  </a:moveTo>
                  <a:lnTo>
                    <a:pt x="3780" y="102"/>
                  </a:lnTo>
                  <a:lnTo>
                    <a:pt x="3326" y="202"/>
                  </a:lnTo>
                  <a:lnTo>
                    <a:pt x="2923" y="354"/>
                  </a:lnTo>
                  <a:lnTo>
                    <a:pt x="2520" y="555"/>
                  </a:lnTo>
                  <a:lnTo>
                    <a:pt x="2117" y="807"/>
                  </a:lnTo>
                  <a:lnTo>
                    <a:pt x="1764" y="1059"/>
                  </a:lnTo>
                  <a:lnTo>
                    <a:pt x="1411" y="1361"/>
                  </a:lnTo>
                  <a:lnTo>
                    <a:pt x="1109" y="1714"/>
                  </a:lnTo>
                  <a:lnTo>
                    <a:pt x="807" y="2067"/>
                  </a:lnTo>
                  <a:lnTo>
                    <a:pt x="605" y="2470"/>
                  </a:lnTo>
                  <a:lnTo>
                    <a:pt x="404" y="2873"/>
                  </a:lnTo>
                  <a:lnTo>
                    <a:pt x="202" y="3327"/>
                  </a:lnTo>
                  <a:lnTo>
                    <a:pt x="101" y="3780"/>
                  </a:lnTo>
                  <a:lnTo>
                    <a:pt x="51" y="4234"/>
                  </a:lnTo>
                  <a:lnTo>
                    <a:pt x="1" y="4737"/>
                  </a:lnTo>
                  <a:lnTo>
                    <a:pt x="51" y="5241"/>
                  </a:lnTo>
                  <a:lnTo>
                    <a:pt x="101" y="5695"/>
                  </a:lnTo>
                  <a:lnTo>
                    <a:pt x="202" y="6148"/>
                  </a:lnTo>
                  <a:lnTo>
                    <a:pt x="404" y="6602"/>
                  </a:lnTo>
                  <a:lnTo>
                    <a:pt x="605" y="7005"/>
                  </a:lnTo>
                  <a:lnTo>
                    <a:pt x="807" y="7408"/>
                  </a:lnTo>
                  <a:lnTo>
                    <a:pt x="1109" y="7761"/>
                  </a:lnTo>
                  <a:lnTo>
                    <a:pt x="1411" y="8113"/>
                  </a:lnTo>
                  <a:lnTo>
                    <a:pt x="1764" y="8416"/>
                  </a:lnTo>
                  <a:lnTo>
                    <a:pt x="2117" y="8668"/>
                  </a:lnTo>
                  <a:lnTo>
                    <a:pt x="2520" y="8920"/>
                  </a:lnTo>
                  <a:lnTo>
                    <a:pt x="2923" y="9121"/>
                  </a:lnTo>
                  <a:lnTo>
                    <a:pt x="3326" y="9272"/>
                  </a:lnTo>
                  <a:lnTo>
                    <a:pt x="3780" y="9373"/>
                  </a:lnTo>
                  <a:lnTo>
                    <a:pt x="4284" y="9474"/>
                  </a:lnTo>
                  <a:lnTo>
                    <a:pt x="5241" y="9474"/>
                  </a:lnTo>
                  <a:lnTo>
                    <a:pt x="5694" y="9373"/>
                  </a:lnTo>
                  <a:lnTo>
                    <a:pt x="6148" y="9272"/>
                  </a:lnTo>
                  <a:lnTo>
                    <a:pt x="6601" y="9121"/>
                  </a:lnTo>
                  <a:lnTo>
                    <a:pt x="7004" y="8920"/>
                  </a:lnTo>
                  <a:lnTo>
                    <a:pt x="7408" y="8668"/>
                  </a:lnTo>
                  <a:lnTo>
                    <a:pt x="7760" y="8416"/>
                  </a:lnTo>
                  <a:lnTo>
                    <a:pt x="8113" y="8113"/>
                  </a:lnTo>
                  <a:lnTo>
                    <a:pt x="8415" y="7761"/>
                  </a:lnTo>
                  <a:lnTo>
                    <a:pt x="8667" y="7408"/>
                  </a:lnTo>
                  <a:lnTo>
                    <a:pt x="8919" y="7005"/>
                  </a:lnTo>
                  <a:lnTo>
                    <a:pt x="9121" y="6602"/>
                  </a:lnTo>
                  <a:lnTo>
                    <a:pt x="9272" y="6148"/>
                  </a:lnTo>
                  <a:lnTo>
                    <a:pt x="9423" y="5695"/>
                  </a:lnTo>
                  <a:lnTo>
                    <a:pt x="9473" y="5241"/>
                  </a:lnTo>
                  <a:lnTo>
                    <a:pt x="9524" y="4737"/>
                  </a:lnTo>
                  <a:lnTo>
                    <a:pt x="9473" y="4234"/>
                  </a:lnTo>
                  <a:lnTo>
                    <a:pt x="9423" y="3780"/>
                  </a:lnTo>
                  <a:lnTo>
                    <a:pt x="9272" y="3327"/>
                  </a:lnTo>
                  <a:lnTo>
                    <a:pt x="9121" y="2873"/>
                  </a:lnTo>
                  <a:lnTo>
                    <a:pt x="8919" y="2470"/>
                  </a:lnTo>
                  <a:lnTo>
                    <a:pt x="8667" y="2067"/>
                  </a:lnTo>
                  <a:lnTo>
                    <a:pt x="8415" y="1714"/>
                  </a:lnTo>
                  <a:lnTo>
                    <a:pt x="8113" y="1361"/>
                  </a:lnTo>
                  <a:lnTo>
                    <a:pt x="7760" y="1059"/>
                  </a:lnTo>
                  <a:lnTo>
                    <a:pt x="7408" y="807"/>
                  </a:lnTo>
                  <a:lnTo>
                    <a:pt x="7004" y="555"/>
                  </a:lnTo>
                  <a:lnTo>
                    <a:pt x="6601" y="354"/>
                  </a:lnTo>
                  <a:lnTo>
                    <a:pt x="6148" y="202"/>
                  </a:lnTo>
                  <a:lnTo>
                    <a:pt x="5694" y="102"/>
                  </a:lnTo>
                  <a:lnTo>
                    <a:pt x="5241" y="1"/>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8115283" y="1526979"/>
              <a:ext cx="56691" cy="119614"/>
            </a:xfrm>
            <a:custGeom>
              <a:rect b="b" l="l" r="r" t="t"/>
              <a:pathLst>
                <a:path extrusionOk="0" h="20308" w="9625">
                  <a:moveTo>
                    <a:pt x="0" y="1"/>
                  </a:moveTo>
                  <a:lnTo>
                    <a:pt x="0" y="20307"/>
                  </a:lnTo>
                  <a:lnTo>
                    <a:pt x="9624" y="20307"/>
                  </a:lnTo>
                  <a:lnTo>
                    <a:pt x="9624" y="1"/>
                  </a:lnTo>
                  <a:close/>
                </a:path>
              </a:pathLst>
            </a:cu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8020901" y="1491368"/>
              <a:ext cx="56697" cy="155225"/>
            </a:xfrm>
            <a:custGeom>
              <a:rect b="b" l="l" r="r" t="t"/>
              <a:pathLst>
                <a:path extrusionOk="0" h="26354" w="9626">
                  <a:moveTo>
                    <a:pt x="1" y="0"/>
                  </a:moveTo>
                  <a:lnTo>
                    <a:pt x="1" y="26353"/>
                  </a:lnTo>
                  <a:lnTo>
                    <a:pt x="9625" y="26353"/>
                  </a:lnTo>
                  <a:lnTo>
                    <a:pt x="9625" y="0"/>
                  </a:lnTo>
                  <a:close/>
                </a:path>
              </a:pathLst>
            </a:cu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7926526" y="1535290"/>
              <a:ext cx="56992" cy="111303"/>
            </a:xfrm>
            <a:custGeom>
              <a:rect b="b" l="l" r="r" t="t"/>
              <a:pathLst>
                <a:path extrusionOk="0" h="18897" w="9676">
                  <a:moveTo>
                    <a:pt x="1" y="1"/>
                  </a:moveTo>
                  <a:lnTo>
                    <a:pt x="1" y="18896"/>
                  </a:lnTo>
                  <a:lnTo>
                    <a:pt x="9675" y="18896"/>
                  </a:lnTo>
                  <a:lnTo>
                    <a:pt x="9675" y="1"/>
                  </a:lnTo>
                  <a:close/>
                </a:path>
              </a:pathLst>
            </a:cu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7832445" y="1451599"/>
              <a:ext cx="56691" cy="194994"/>
            </a:xfrm>
            <a:custGeom>
              <a:rect b="b" l="l" r="r" t="t"/>
              <a:pathLst>
                <a:path extrusionOk="0" h="33106" w="9625">
                  <a:moveTo>
                    <a:pt x="1" y="0"/>
                  </a:moveTo>
                  <a:lnTo>
                    <a:pt x="1" y="33105"/>
                  </a:lnTo>
                  <a:lnTo>
                    <a:pt x="9625" y="33105"/>
                  </a:lnTo>
                  <a:lnTo>
                    <a:pt x="9625" y="0"/>
                  </a:lnTo>
                  <a:close/>
                </a:path>
              </a:pathLst>
            </a:cu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7428226" y="1814269"/>
              <a:ext cx="553507" cy="60844"/>
            </a:xfrm>
            <a:custGeom>
              <a:rect b="b" l="l" r="r" t="t"/>
              <a:pathLst>
                <a:path extrusionOk="0" h="10330" w="93974">
                  <a:moveTo>
                    <a:pt x="47768" y="0"/>
                  </a:moveTo>
                  <a:lnTo>
                    <a:pt x="36380" y="6752"/>
                  </a:lnTo>
                  <a:lnTo>
                    <a:pt x="29074" y="3426"/>
                  </a:lnTo>
                  <a:lnTo>
                    <a:pt x="21969" y="6551"/>
                  </a:lnTo>
                  <a:lnTo>
                    <a:pt x="17737" y="1008"/>
                  </a:lnTo>
                  <a:lnTo>
                    <a:pt x="202" y="9725"/>
                  </a:lnTo>
                  <a:lnTo>
                    <a:pt x="101" y="9826"/>
                  </a:lnTo>
                  <a:lnTo>
                    <a:pt x="51" y="9926"/>
                  </a:lnTo>
                  <a:lnTo>
                    <a:pt x="0" y="10027"/>
                  </a:lnTo>
                  <a:lnTo>
                    <a:pt x="51" y="10128"/>
                  </a:lnTo>
                  <a:lnTo>
                    <a:pt x="151" y="10178"/>
                  </a:lnTo>
                  <a:lnTo>
                    <a:pt x="252" y="10279"/>
                  </a:lnTo>
                  <a:lnTo>
                    <a:pt x="403" y="10330"/>
                  </a:lnTo>
                  <a:lnTo>
                    <a:pt x="93419" y="10330"/>
                  </a:lnTo>
                  <a:lnTo>
                    <a:pt x="93722" y="10279"/>
                  </a:lnTo>
                  <a:lnTo>
                    <a:pt x="93923" y="10128"/>
                  </a:lnTo>
                  <a:lnTo>
                    <a:pt x="93974" y="10027"/>
                  </a:lnTo>
                  <a:lnTo>
                    <a:pt x="93974" y="9926"/>
                  </a:lnTo>
                  <a:lnTo>
                    <a:pt x="93923" y="9876"/>
                  </a:lnTo>
                  <a:lnTo>
                    <a:pt x="93873" y="9775"/>
                  </a:lnTo>
                  <a:lnTo>
                    <a:pt x="81427" y="2268"/>
                  </a:lnTo>
                  <a:lnTo>
                    <a:pt x="72357" y="7810"/>
                  </a:lnTo>
                  <a:lnTo>
                    <a:pt x="65253" y="4132"/>
                  </a:lnTo>
                  <a:lnTo>
                    <a:pt x="58702" y="7004"/>
                  </a:lnTo>
                  <a:lnTo>
                    <a:pt x="47768" y="0"/>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424663" y="1810706"/>
              <a:ext cx="560634" cy="67971"/>
            </a:xfrm>
            <a:custGeom>
              <a:rect b="b" l="l" r="r" t="t"/>
              <a:pathLst>
                <a:path extrusionOk="0" h="11540" w="95184">
                  <a:moveTo>
                    <a:pt x="48373" y="1361"/>
                  </a:moveTo>
                  <a:lnTo>
                    <a:pt x="58954" y="8113"/>
                  </a:lnTo>
                  <a:lnTo>
                    <a:pt x="59106" y="8163"/>
                  </a:lnTo>
                  <a:lnTo>
                    <a:pt x="59257" y="8214"/>
                  </a:lnTo>
                  <a:lnTo>
                    <a:pt x="59408" y="8214"/>
                  </a:lnTo>
                  <a:lnTo>
                    <a:pt x="59509" y="8163"/>
                  </a:lnTo>
                  <a:lnTo>
                    <a:pt x="65807" y="5442"/>
                  </a:lnTo>
                  <a:lnTo>
                    <a:pt x="72660" y="8969"/>
                  </a:lnTo>
                  <a:lnTo>
                    <a:pt x="72811" y="9020"/>
                  </a:lnTo>
                  <a:lnTo>
                    <a:pt x="73113" y="9020"/>
                  </a:lnTo>
                  <a:lnTo>
                    <a:pt x="73265" y="8969"/>
                  </a:lnTo>
                  <a:lnTo>
                    <a:pt x="82083" y="3628"/>
                  </a:lnTo>
                  <a:lnTo>
                    <a:pt x="93117" y="10280"/>
                  </a:lnTo>
                  <a:lnTo>
                    <a:pt x="2268" y="10280"/>
                  </a:lnTo>
                  <a:lnTo>
                    <a:pt x="18140" y="2369"/>
                  </a:lnTo>
                  <a:lnTo>
                    <a:pt x="22070" y="7508"/>
                  </a:lnTo>
                  <a:lnTo>
                    <a:pt x="22222" y="7659"/>
                  </a:lnTo>
                  <a:lnTo>
                    <a:pt x="22423" y="7760"/>
                  </a:lnTo>
                  <a:lnTo>
                    <a:pt x="22625" y="7760"/>
                  </a:lnTo>
                  <a:lnTo>
                    <a:pt x="22826" y="7710"/>
                  </a:lnTo>
                  <a:lnTo>
                    <a:pt x="29679" y="4687"/>
                  </a:lnTo>
                  <a:lnTo>
                    <a:pt x="36733" y="7911"/>
                  </a:lnTo>
                  <a:lnTo>
                    <a:pt x="36834" y="7962"/>
                  </a:lnTo>
                  <a:lnTo>
                    <a:pt x="37136" y="7962"/>
                  </a:lnTo>
                  <a:lnTo>
                    <a:pt x="37288" y="7911"/>
                  </a:lnTo>
                  <a:lnTo>
                    <a:pt x="48373" y="1361"/>
                  </a:lnTo>
                  <a:close/>
                  <a:moveTo>
                    <a:pt x="48222" y="0"/>
                  </a:moveTo>
                  <a:lnTo>
                    <a:pt x="48071" y="101"/>
                  </a:lnTo>
                  <a:lnTo>
                    <a:pt x="36935" y="6652"/>
                  </a:lnTo>
                  <a:lnTo>
                    <a:pt x="29981" y="3477"/>
                  </a:lnTo>
                  <a:lnTo>
                    <a:pt x="29729" y="3427"/>
                  </a:lnTo>
                  <a:lnTo>
                    <a:pt x="29478" y="3477"/>
                  </a:lnTo>
                  <a:lnTo>
                    <a:pt x="22776" y="6349"/>
                  </a:lnTo>
                  <a:lnTo>
                    <a:pt x="18846" y="1210"/>
                  </a:lnTo>
                  <a:lnTo>
                    <a:pt x="18644" y="1059"/>
                  </a:lnTo>
                  <a:lnTo>
                    <a:pt x="18493" y="958"/>
                  </a:lnTo>
                  <a:lnTo>
                    <a:pt x="18241" y="958"/>
                  </a:lnTo>
                  <a:lnTo>
                    <a:pt x="18039" y="1008"/>
                  </a:lnTo>
                  <a:lnTo>
                    <a:pt x="504" y="9725"/>
                  </a:lnTo>
                  <a:lnTo>
                    <a:pt x="253" y="9927"/>
                  </a:lnTo>
                  <a:lnTo>
                    <a:pt x="51" y="10179"/>
                  </a:lnTo>
                  <a:lnTo>
                    <a:pt x="1" y="10481"/>
                  </a:lnTo>
                  <a:lnTo>
                    <a:pt x="1" y="10783"/>
                  </a:lnTo>
                  <a:lnTo>
                    <a:pt x="101" y="10935"/>
                  </a:lnTo>
                  <a:lnTo>
                    <a:pt x="202" y="11136"/>
                  </a:lnTo>
                  <a:lnTo>
                    <a:pt x="303" y="11237"/>
                  </a:lnTo>
                  <a:lnTo>
                    <a:pt x="454" y="11338"/>
                  </a:lnTo>
                  <a:lnTo>
                    <a:pt x="605" y="11438"/>
                  </a:lnTo>
                  <a:lnTo>
                    <a:pt x="807" y="11489"/>
                  </a:lnTo>
                  <a:lnTo>
                    <a:pt x="958" y="11539"/>
                  </a:lnTo>
                  <a:lnTo>
                    <a:pt x="94024" y="11539"/>
                  </a:lnTo>
                  <a:lnTo>
                    <a:pt x="94377" y="11489"/>
                  </a:lnTo>
                  <a:lnTo>
                    <a:pt x="94680" y="11388"/>
                  </a:lnTo>
                  <a:lnTo>
                    <a:pt x="94982" y="11136"/>
                  </a:lnTo>
                  <a:lnTo>
                    <a:pt x="95133" y="10834"/>
                  </a:lnTo>
                  <a:lnTo>
                    <a:pt x="95183" y="10582"/>
                  </a:lnTo>
                  <a:lnTo>
                    <a:pt x="95183" y="10330"/>
                  </a:lnTo>
                  <a:lnTo>
                    <a:pt x="95083" y="10078"/>
                  </a:lnTo>
                  <a:lnTo>
                    <a:pt x="94881" y="9876"/>
                  </a:lnTo>
                  <a:lnTo>
                    <a:pt x="94780" y="9826"/>
                  </a:lnTo>
                  <a:lnTo>
                    <a:pt x="82385" y="2318"/>
                  </a:lnTo>
                  <a:lnTo>
                    <a:pt x="82183" y="2268"/>
                  </a:lnTo>
                  <a:lnTo>
                    <a:pt x="82032" y="2218"/>
                  </a:lnTo>
                  <a:lnTo>
                    <a:pt x="81881" y="2268"/>
                  </a:lnTo>
                  <a:lnTo>
                    <a:pt x="81730" y="2318"/>
                  </a:lnTo>
                  <a:lnTo>
                    <a:pt x="72912" y="7659"/>
                  </a:lnTo>
                  <a:lnTo>
                    <a:pt x="66110" y="4183"/>
                  </a:lnTo>
                  <a:lnTo>
                    <a:pt x="65858" y="4132"/>
                  </a:lnTo>
                  <a:lnTo>
                    <a:pt x="65606" y="4183"/>
                  </a:lnTo>
                  <a:lnTo>
                    <a:pt x="59358" y="6904"/>
                  </a:lnTo>
                  <a:lnTo>
                    <a:pt x="48726" y="101"/>
                  </a:lnTo>
                  <a:lnTo>
                    <a:pt x="48575" y="0"/>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7443063" y="1758173"/>
              <a:ext cx="519086" cy="105961"/>
            </a:xfrm>
            <a:custGeom>
              <a:rect b="b" l="l" r="r" t="t"/>
              <a:pathLst>
                <a:path extrusionOk="0" h="17990" w="88130">
                  <a:moveTo>
                    <a:pt x="15167" y="1"/>
                  </a:moveTo>
                  <a:lnTo>
                    <a:pt x="14915" y="51"/>
                  </a:lnTo>
                  <a:lnTo>
                    <a:pt x="14664" y="202"/>
                  </a:lnTo>
                  <a:lnTo>
                    <a:pt x="202" y="16830"/>
                  </a:lnTo>
                  <a:lnTo>
                    <a:pt x="51" y="17082"/>
                  </a:lnTo>
                  <a:lnTo>
                    <a:pt x="1" y="17334"/>
                  </a:lnTo>
                  <a:lnTo>
                    <a:pt x="101" y="17586"/>
                  </a:lnTo>
                  <a:lnTo>
                    <a:pt x="253" y="17788"/>
                  </a:lnTo>
                  <a:lnTo>
                    <a:pt x="454" y="17939"/>
                  </a:lnTo>
                  <a:lnTo>
                    <a:pt x="706" y="17989"/>
                  </a:lnTo>
                  <a:lnTo>
                    <a:pt x="857" y="17989"/>
                  </a:lnTo>
                  <a:lnTo>
                    <a:pt x="1008" y="17939"/>
                  </a:lnTo>
                  <a:lnTo>
                    <a:pt x="1109" y="17888"/>
                  </a:lnTo>
                  <a:lnTo>
                    <a:pt x="1260" y="17788"/>
                  </a:lnTo>
                  <a:lnTo>
                    <a:pt x="15268" y="1664"/>
                  </a:lnTo>
                  <a:lnTo>
                    <a:pt x="23683" y="9171"/>
                  </a:lnTo>
                  <a:lnTo>
                    <a:pt x="23884" y="9272"/>
                  </a:lnTo>
                  <a:lnTo>
                    <a:pt x="24086" y="9323"/>
                  </a:lnTo>
                  <a:lnTo>
                    <a:pt x="24288" y="9323"/>
                  </a:lnTo>
                  <a:lnTo>
                    <a:pt x="24489" y="9222"/>
                  </a:lnTo>
                  <a:lnTo>
                    <a:pt x="31695" y="5191"/>
                  </a:lnTo>
                  <a:lnTo>
                    <a:pt x="37187" y="9373"/>
                  </a:lnTo>
                  <a:lnTo>
                    <a:pt x="37439" y="9474"/>
                  </a:lnTo>
                  <a:lnTo>
                    <a:pt x="37691" y="9524"/>
                  </a:lnTo>
                  <a:lnTo>
                    <a:pt x="37892" y="9423"/>
                  </a:lnTo>
                  <a:lnTo>
                    <a:pt x="38094" y="9272"/>
                  </a:lnTo>
                  <a:lnTo>
                    <a:pt x="44443" y="2369"/>
                  </a:lnTo>
                  <a:lnTo>
                    <a:pt x="52253" y="11388"/>
                  </a:lnTo>
                  <a:lnTo>
                    <a:pt x="52354" y="11489"/>
                  </a:lnTo>
                  <a:lnTo>
                    <a:pt x="52454" y="11540"/>
                  </a:lnTo>
                  <a:lnTo>
                    <a:pt x="52606" y="11590"/>
                  </a:lnTo>
                  <a:lnTo>
                    <a:pt x="52908" y="11590"/>
                  </a:lnTo>
                  <a:lnTo>
                    <a:pt x="53059" y="11540"/>
                  </a:lnTo>
                  <a:lnTo>
                    <a:pt x="53160" y="11489"/>
                  </a:lnTo>
                  <a:lnTo>
                    <a:pt x="53311" y="11388"/>
                  </a:lnTo>
                  <a:lnTo>
                    <a:pt x="61272" y="2974"/>
                  </a:lnTo>
                  <a:lnTo>
                    <a:pt x="68629" y="8718"/>
                  </a:lnTo>
                  <a:lnTo>
                    <a:pt x="68831" y="8819"/>
                  </a:lnTo>
                  <a:lnTo>
                    <a:pt x="69082" y="8869"/>
                  </a:lnTo>
                  <a:lnTo>
                    <a:pt x="69284" y="8819"/>
                  </a:lnTo>
                  <a:lnTo>
                    <a:pt x="69486" y="8718"/>
                  </a:lnTo>
                  <a:lnTo>
                    <a:pt x="75784" y="3276"/>
                  </a:lnTo>
                  <a:lnTo>
                    <a:pt x="87474" y="3326"/>
                  </a:lnTo>
                  <a:lnTo>
                    <a:pt x="87726" y="3276"/>
                  </a:lnTo>
                  <a:lnTo>
                    <a:pt x="87928" y="3125"/>
                  </a:lnTo>
                  <a:lnTo>
                    <a:pt x="88079" y="2923"/>
                  </a:lnTo>
                  <a:lnTo>
                    <a:pt x="88129" y="2621"/>
                  </a:lnTo>
                  <a:lnTo>
                    <a:pt x="88079" y="2369"/>
                  </a:lnTo>
                  <a:lnTo>
                    <a:pt x="87928" y="2167"/>
                  </a:lnTo>
                  <a:lnTo>
                    <a:pt x="87726" y="2016"/>
                  </a:lnTo>
                  <a:lnTo>
                    <a:pt x="87474" y="1966"/>
                  </a:lnTo>
                  <a:lnTo>
                    <a:pt x="75532" y="1865"/>
                  </a:lnTo>
                  <a:lnTo>
                    <a:pt x="75280" y="1916"/>
                  </a:lnTo>
                  <a:lnTo>
                    <a:pt x="75079" y="2067"/>
                  </a:lnTo>
                  <a:lnTo>
                    <a:pt x="68982" y="7307"/>
                  </a:lnTo>
                  <a:lnTo>
                    <a:pt x="61625" y="1512"/>
                  </a:lnTo>
                  <a:lnTo>
                    <a:pt x="61373" y="1412"/>
                  </a:lnTo>
                  <a:lnTo>
                    <a:pt x="61121" y="1361"/>
                  </a:lnTo>
                  <a:lnTo>
                    <a:pt x="60869" y="1462"/>
                  </a:lnTo>
                  <a:lnTo>
                    <a:pt x="60668" y="1613"/>
                  </a:lnTo>
                  <a:lnTo>
                    <a:pt x="52807" y="9927"/>
                  </a:lnTo>
                  <a:lnTo>
                    <a:pt x="44997" y="908"/>
                  </a:lnTo>
                  <a:lnTo>
                    <a:pt x="44896" y="807"/>
                  </a:lnTo>
                  <a:lnTo>
                    <a:pt x="44795" y="757"/>
                  </a:lnTo>
                  <a:lnTo>
                    <a:pt x="44644" y="706"/>
                  </a:lnTo>
                  <a:lnTo>
                    <a:pt x="44493" y="656"/>
                  </a:lnTo>
                  <a:lnTo>
                    <a:pt x="44342" y="706"/>
                  </a:lnTo>
                  <a:lnTo>
                    <a:pt x="44191" y="757"/>
                  </a:lnTo>
                  <a:lnTo>
                    <a:pt x="44090" y="807"/>
                  </a:lnTo>
                  <a:lnTo>
                    <a:pt x="43989" y="908"/>
                  </a:lnTo>
                  <a:lnTo>
                    <a:pt x="37540" y="7861"/>
                  </a:lnTo>
                  <a:lnTo>
                    <a:pt x="32199" y="3780"/>
                  </a:lnTo>
                  <a:lnTo>
                    <a:pt x="31997" y="3679"/>
                  </a:lnTo>
                  <a:lnTo>
                    <a:pt x="31795" y="3629"/>
                  </a:lnTo>
                  <a:lnTo>
                    <a:pt x="31594" y="3679"/>
                  </a:lnTo>
                  <a:lnTo>
                    <a:pt x="31392" y="3730"/>
                  </a:lnTo>
                  <a:lnTo>
                    <a:pt x="24237" y="7761"/>
                  </a:lnTo>
                  <a:lnTo>
                    <a:pt x="15671" y="152"/>
                  </a:lnTo>
                  <a:lnTo>
                    <a:pt x="15470" y="1"/>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7941663" y="1755799"/>
              <a:ext cx="37101" cy="37107"/>
            </a:xfrm>
            <a:custGeom>
              <a:rect b="b" l="l" r="r" t="t"/>
              <a:pathLst>
                <a:path extrusionOk="0" h="6300" w="6299">
                  <a:moveTo>
                    <a:pt x="2822" y="1"/>
                  </a:moveTo>
                  <a:lnTo>
                    <a:pt x="2520" y="51"/>
                  </a:lnTo>
                  <a:lnTo>
                    <a:pt x="2217" y="152"/>
                  </a:lnTo>
                  <a:lnTo>
                    <a:pt x="1965" y="253"/>
                  </a:lnTo>
                  <a:lnTo>
                    <a:pt x="1411" y="505"/>
                  </a:lnTo>
                  <a:lnTo>
                    <a:pt x="958" y="908"/>
                  </a:lnTo>
                  <a:lnTo>
                    <a:pt x="555" y="1361"/>
                  </a:lnTo>
                  <a:lnTo>
                    <a:pt x="252" y="1915"/>
                  </a:lnTo>
                  <a:lnTo>
                    <a:pt x="152" y="2218"/>
                  </a:lnTo>
                  <a:lnTo>
                    <a:pt x="101" y="2520"/>
                  </a:lnTo>
                  <a:lnTo>
                    <a:pt x="51" y="2822"/>
                  </a:lnTo>
                  <a:lnTo>
                    <a:pt x="0" y="3125"/>
                  </a:lnTo>
                  <a:lnTo>
                    <a:pt x="51" y="3477"/>
                  </a:lnTo>
                  <a:lnTo>
                    <a:pt x="101" y="3780"/>
                  </a:lnTo>
                  <a:lnTo>
                    <a:pt x="152" y="4082"/>
                  </a:lnTo>
                  <a:lnTo>
                    <a:pt x="252" y="4384"/>
                  </a:lnTo>
                  <a:lnTo>
                    <a:pt x="555" y="4888"/>
                  </a:lnTo>
                  <a:lnTo>
                    <a:pt x="958" y="5342"/>
                  </a:lnTo>
                  <a:lnTo>
                    <a:pt x="1411" y="5745"/>
                  </a:lnTo>
                  <a:lnTo>
                    <a:pt x="1965" y="6047"/>
                  </a:lnTo>
                  <a:lnTo>
                    <a:pt x="2217" y="6148"/>
                  </a:lnTo>
                  <a:lnTo>
                    <a:pt x="2520" y="6198"/>
                  </a:lnTo>
                  <a:lnTo>
                    <a:pt x="2822" y="6249"/>
                  </a:lnTo>
                  <a:lnTo>
                    <a:pt x="3175" y="6299"/>
                  </a:lnTo>
                  <a:lnTo>
                    <a:pt x="3477" y="6249"/>
                  </a:lnTo>
                  <a:lnTo>
                    <a:pt x="3779" y="6198"/>
                  </a:lnTo>
                  <a:lnTo>
                    <a:pt x="4082" y="6148"/>
                  </a:lnTo>
                  <a:lnTo>
                    <a:pt x="4384" y="6047"/>
                  </a:lnTo>
                  <a:lnTo>
                    <a:pt x="4938" y="5745"/>
                  </a:lnTo>
                  <a:lnTo>
                    <a:pt x="5392" y="5342"/>
                  </a:lnTo>
                  <a:lnTo>
                    <a:pt x="5795" y="4888"/>
                  </a:lnTo>
                  <a:lnTo>
                    <a:pt x="6047" y="4384"/>
                  </a:lnTo>
                  <a:lnTo>
                    <a:pt x="6198" y="4082"/>
                  </a:lnTo>
                  <a:lnTo>
                    <a:pt x="6248" y="3780"/>
                  </a:lnTo>
                  <a:lnTo>
                    <a:pt x="6299" y="3477"/>
                  </a:lnTo>
                  <a:lnTo>
                    <a:pt x="6299" y="3125"/>
                  </a:lnTo>
                  <a:lnTo>
                    <a:pt x="6299" y="2822"/>
                  </a:lnTo>
                  <a:lnTo>
                    <a:pt x="6248" y="2520"/>
                  </a:lnTo>
                  <a:lnTo>
                    <a:pt x="6198" y="2218"/>
                  </a:lnTo>
                  <a:lnTo>
                    <a:pt x="6047" y="1915"/>
                  </a:lnTo>
                  <a:lnTo>
                    <a:pt x="5795" y="1361"/>
                  </a:lnTo>
                  <a:lnTo>
                    <a:pt x="5392" y="908"/>
                  </a:lnTo>
                  <a:lnTo>
                    <a:pt x="4938" y="505"/>
                  </a:lnTo>
                  <a:lnTo>
                    <a:pt x="4384" y="253"/>
                  </a:lnTo>
                  <a:lnTo>
                    <a:pt x="4082" y="152"/>
                  </a:lnTo>
                  <a:lnTo>
                    <a:pt x="3779" y="51"/>
                  </a:lnTo>
                  <a:lnTo>
                    <a:pt x="3477" y="1"/>
                  </a:lnTo>
                  <a:close/>
                </a:path>
              </a:pathLst>
            </a:cu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7170615" y="1235542"/>
              <a:ext cx="9206" cy="212205"/>
            </a:xfrm>
            <a:custGeom>
              <a:rect b="b" l="l" r="r" t="t"/>
              <a:pathLst>
                <a:path extrusionOk="0" h="36028" w="1563">
                  <a:moveTo>
                    <a:pt x="0" y="0"/>
                  </a:moveTo>
                  <a:lnTo>
                    <a:pt x="0" y="36027"/>
                  </a:lnTo>
                  <a:lnTo>
                    <a:pt x="1563" y="36027"/>
                  </a:lnTo>
                  <a:lnTo>
                    <a:pt x="1563"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7071192" y="1235542"/>
              <a:ext cx="9206" cy="212205"/>
            </a:xfrm>
            <a:custGeom>
              <a:rect b="b" l="l" r="r" t="t"/>
              <a:pathLst>
                <a:path extrusionOk="0" h="36028" w="1563">
                  <a:moveTo>
                    <a:pt x="1" y="0"/>
                  </a:moveTo>
                  <a:lnTo>
                    <a:pt x="1" y="36027"/>
                  </a:lnTo>
                  <a:lnTo>
                    <a:pt x="1563" y="36027"/>
                  </a:lnTo>
                  <a:lnTo>
                    <a:pt x="1563"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7048639" y="1348912"/>
              <a:ext cx="52238" cy="52238"/>
            </a:xfrm>
            <a:custGeom>
              <a:rect b="b" l="l" r="r" t="t"/>
              <a:pathLst>
                <a:path extrusionOk="0" h="8869" w="8869">
                  <a:moveTo>
                    <a:pt x="3981" y="0"/>
                  </a:moveTo>
                  <a:lnTo>
                    <a:pt x="3527" y="101"/>
                  </a:lnTo>
                  <a:lnTo>
                    <a:pt x="3124" y="202"/>
                  </a:lnTo>
                  <a:lnTo>
                    <a:pt x="2721" y="353"/>
                  </a:lnTo>
                  <a:lnTo>
                    <a:pt x="2318" y="554"/>
                  </a:lnTo>
                  <a:lnTo>
                    <a:pt x="1965" y="756"/>
                  </a:lnTo>
                  <a:lnTo>
                    <a:pt x="1612" y="1008"/>
                  </a:lnTo>
                  <a:lnTo>
                    <a:pt x="1310" y="1310"/>
                  </a:lnTo>
                  <a:lnTo>
                    <a:pt x="1008" y="1613"/>
                  </a:lnTo>
                  <a:lnTo>
                    <a:pt x="756" y="1965"/>
                  </a:lnTo>
                  <a:lnTo>
                    <a:pt x="554" y="2318"/>
                  </a:lnTo>
                  <a:lnTo>
                    <a:pt x="353" y="2721"/>
                  </a:lnTo>
                  <a:lnTo>
                    <a:pt x="202" y="3124"/>
                  </a:lnTo>
                  <a:lnTo>
                    <a:pt x="101" y="3527"/>
                  </a:lnTo>
                  <a:lnTo>
                    <a:pt x="50" y="3981"/>
                  </a:lnTo>
                  <a:lnTo>
                    <a:pt x="0" y="4434"/>
                  </a:lnTo>
                  <a:lnTo>
                    <a:pt x="50" y="4888"/>
                  </a:lnTo>
                  <a:lnTo>
                    <a:pt x="101" y="5341"/>
                  </a:lnTo>
                  <a:lnTo>
                    <a:pt x="202" y="5744"/>
                  </a:lnTo>
                  <a:lnTo>
                    <a:pt x="353" y="6147"/>
                  </a:lnTo>
                  <a:lnTo>
                    <a:pt x="554" y="6551"/>
                  </a:lnTo>
                  <a:lnTo>
                    <a:pt x="756" y="6903"/>
                  </a:lnTo>
                  <a:lnTo>
                    <a:pt x="1008" y="7256"/>
                  </a:lnTo>
                  <a:lnTo>
                    <a:pt x="1310" y="7558"/>
                  </a:lnTo>
                  <a:lnTo>
                    <a:pt x="1612" y="7861"/>
                  </a:lnTo>
                  <a:lnTo>
                    <a:pt x="1965" y="8113"/>
                  </a:lnTo>
                  <a:lnTo>
                    <a:pt x="2318" y="8314"/>
                  </a:lnTo>
                  <a:lnTo>
                    <a:pt x="2721" y="8516"/>
                  </a:lnTo>
                  <a:lnTo>
                    <a:pt x="3124" y="8667"/>
                  </a:lnTo>
                  <a:lnTo>
                    <a:pt x="3527" y="8768"/>
                  </a:lnTo>
                  <a:lnTo>
                    <a:pt x="3981" y="8818"/>
                  </a:lnTo>
                  <a:lnTo>
                    <a:pt x="4434" y="8868"/>
                  </a:lnTo>
                  <a:lnTo>
                    <a:pt x="4888" y="8818"/>
                  </a:lnTo>
                  <a:lnTo>
                    <a:pt x="5341" y="8768"/>
                  </a:lnTo>
                  <a:lnTo>
                    <a:pt x="5744" y="8667"/>
                  </a:lnTo>
                  <a:lnTo>
                    <a:pt x="6147" y="8516"/>
                  </a:lnTo>
                  <a:lnTo>
                    <a:pt x="6550" y="8314"/>
                  </a:lnTo>
                  <a:lnTo>
                    <a:pt x="6903" y="8113"/>
                  </a:lnTo>
                  <a:lnTo>
                    <a:pt x="7256" y="7861"/>
                  </a:lnTo>
                  <a:lnTo>
                    <a:pt x="7558" y="7558"/>
                  </a:lnTo>
                  <a:lnTo>
                    <a:pt x="7861" y="7256"/>
                  </a:lnTo>
                  <a:lnTo>
                    <a:pt x="8112" y="6903"/>
                  </a:lnTo>
                  <a:lnTo>
                    <a:pt x="8314" y="6551"/>
                  </a:lnTo>
                  <a:lnTo>
                    <a:pt x="8516" y="6147"/>
                  </a:lnTo>
                  <a:lnTo>
                    <a:pt x="8667" y="5744"/>
                  </a:lnTo>
                  <a:lnTo>
                    <a:pt x="8768" y="5341"/>
                  </a:lnTo>
                  <a:lnTo>
                    <a:pt x="8818" y="4888"/>
                  </a:lnTo>
                  <a:lnTo>
                    <a:pt x="8868" y="4434"/>
                  </a:lnTo>
                  <a:lnTo>
                    <a:pt x="8818" y="3981"/>
                  </a:lnTo>
                  <a:lnTo>
                    <a:pt x="8768" y="3527"/>
                  </a:lnTo>
                  <a:lnTo>
                    <a:pt x="8667" y="3124"/>
                  </a:lnTo>
                  <a:lnTo>
                    <a:pt x="8516" y="2721"/>
                  </a:lnTo>
                  <a:lnTo>
                    <a:pt x="8314" y="2318"/>
                  </a:lnTo>
                  <a:lnTo>
                    <a:pt x="8112" y="1965"/>
                  </a:lnTo>
                  <a:lnTo>
                    <a:pt x="7861" y="1613"/>
                  </a:lnTo>
                  <a:lnTo>
                    <a:pt x="7558" y="1310"/>
                  </a:lnTo>
                  <a:lnTo>
                    <a:pt x="7256" y="1008"/>
                  </a:lnTo>
                  <a:lnTo>
                    <a:pt x="6903" y="756"/>
                  </a:lnTo>
                  <a:lnTo>
                    <a:pt x="6550" y="554"/>
                  </a:lnTo>
                  <a:lnTo>
                    <a:pt x="6147" y="353"/>
                  </a:lnTo>
                  <a:lnTo>
                    <a:pt x="5744" y="202"/>
                  </a:lnTo>
                  <a:lnTo>
                    <a:pt x="5341" y="101"/>
                  </a:lnTo>
                  <a:lnTo>
                    <a:pt x="4888"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6950105" y="1320122"/>
              <a:ext cx="52238" cy="52238"/>
            </a:xfrm>
            <a:custGeom>
              <a:rect b="b" l="l" r="r" t="t"/>
              <a:pathLst>
                <a:path extrusionOk="0" h="8869" w="8869">
                  <a:moveTo>
                    <a:pt x="3981" y="1"/>
                  </a:moveTo>
                  <a:lnTo>
                    <a:pt x="3527" y="101"/>
                  </a:lnTo>
                  <a:lnTo>
                    <a:pt x="3124" y="202"/>
                  </a:lnTo>
                  <a:lnTo>
                    <a:pt x="2721" y="353"/>
                  </a:lnTo>
                  <a:lnTo>
                    <a:pt x="2318" y="555"/>
                  </a:lnTo>
                  <a:lnTo>
                    <a:pt x="1965" y="756"/>
                  </a:lnTo>
                  <a:lnTo>
                    <a:pt x="1613" y="1008"/>
                  </a:lnTo>
                  <a:lnTo>
                    <a:pt x="1310" y="1311"/>
                  </a:lnTo>
                  <a:lnTo>
                    <a:pt x="1008" y="1613"/>
                  </a:lnTo>
                  <a:lnTo>
                    <a:pt x="756" y="1966"/>
                  </a:lnTo>
                  <a:lnTo>
                    <a:pt x="555" y="2318"/>
                  </a:lnTo>
                  <a:lnTo>
                    <a:pt x="353" y="2721"/>
                  </a:lnTo>
                  <a:lnTo>
                    <a:pt x="202" y="3125"/>
                  </a:lnTo>
                  <a:lnTo>
                    <a:pt x="101" y="3528"/>
                  </a:lnTo>
                  <a:lnTo>
                    <a:pt x="0" y="3981"/>
                  </a:lnTo>
                  <a:lnTo>
                    <a:pt x="0" y="4435"/>
                  </a:lnTo>
                  <a:lnTo>
                    <a:pt x="0" y="4888"/>
                  </a:lnTo>
                  <a:lnTo>
                    <a:pt x="101" y="5342"/>
                  </a:lnTo>
                  <a:lnTo>
                    <a:pt x="202" y="5745"/>
                  </a:lnTo>
                  <a:lnTo>
                    <a:pt x="353" y="6148"/>
                  </a:lnTo>
                  <a:lnTo>
                    <a:pt x="555" y="6551"/>
                  </a:lnTo>
                  <a:lnTo>
                    <a:pt x="756" y="6904"/>
                  </a:lnTo>
                  <a:lnTo>
                    <a:pt x="1008" y="7256"/>
                  </a:lnTo>
                  <a:lnTo>
                    <a:pt x="1310" y="7559"/>
                  </a:lnTo>
                  <a:lnTo>
                    <a:pt x="1613" y="7861"/>
                  </a:lnTo>
                  <a:lnTo>
                    <a:pt x="1965" y="8113"/>
                  </a:lnTo>
                  <a:lnTo>
                    <a:pt x="2318" y="8314"/>
                  </a:lnTo>
                  <a:lnTo>
                    <a:pt x="2721" y="8516"/>
                  </a:lnTo>
                  <a:lnTo>
                    <a:pt x="3124" y="8667"/>
                  </a:lnTo>
                  <a:lnTo>
                    <a:pt x="3527" y="8768"/>
                  </a:lnTo>
                  <a:lnTo>
                    <a:pt x="3981" y="8818"/>
                  </a:lnTo>
                  <a:lnTo>
                    <a:pt x="4434" y="8869"/>
                  </a:lnTo>
                  <a:lnTo>
                    <a:pt x="4888" y="8818"/>
                  </a:lnTo>
                  <a:lnTo>
                    <a:pt x="5341" y="8768"/>
                  </a:lnTo>
                  <a:lnTo>
                    <a:pt x="5744" y="8667"/>
                  </a:lnTo>
                  <a:lnTo>
                    <a:pt x="6148" y="8516"/>
                  </a:lnTo>
                  <a:lnTo>
                    <a:pt x="6551" y="8314"/>
                  </a:lnTo>
                  <a:lnTo>
                    <a:pt x="6903" y="8113"/>
                  </a:lnTo>
                  <a:lnTo>
                    <a:pt x="7256" y="7861"/>
                  </a:lnTo>
                  <a:lnTo>
                    <a:pt x="7558" y="7559"/>
                  </a:lnTo>
                  <a:lnTo>
                    <a:pt x="7861" y="7256"/>
                  </a:lnTo>
                  <a:lnTo>
                    <a:pt x="8113" y="6904"/>
                  </a:lnTo>
                  <a:lnTo>
                    <a:pt x="8314" y="6551"/>
                  </a:lnTo>
                  <a:lnTo>
                    <a:pt x="8516" y="6148"/>
                  </a:lnTo>
                  <a:lnTo>
                    <a:pt x="8667" y="5745"/>
                  </a:lnTo>
                  <a:lnTo>
                    <a:pt x="8768" y="5342"/>
                  </a:lnTo>
                  <a:lnTo>
                    <a:pt x="8818" y="4888"/>
                  </a:lnTo>
                  <a:lnTo>
                    <a:pt x="8869" y="4435"/>
                  </a:lnTo>
                  <a:lnTo>
                    <a:pt x="8818" y="3981"/>
                  </a:lnTo>
                  <a:lnTo>
                    <a:pt x="8768" y="3528"/>
                  </a:lnTo>
                  <a:lnTo>
                    <a:pt x="8667" y="3125"/>
                  </a:lnTo>
                  <a:lnTo>
                    <a:pt x="8516" y="2721"/>
                  </a:lnTo>
                  <a:lnTo>
                    <a:pt x="8314" y="2318"/>
                  </a:lnTo>
                  <a:lnTo>
                    <a:pt x="8113" y="1966"/>
                  </a:lnTo>
                  <a:lnTo>
                    <a:pt x="7861" y="1613"/>
                  </a:lnTo>
                  <a:lnTo>
                    <a:pt x="7558" y="1311"/>
                  </a:lnTo>
                  <a:lnTo>
                    <a:pt x="7256" y="1008"/>
                  </a:lnTo>
                  <a:lnTo>
                    <a:pt x="6903" y="756"/>
                  </a:lnTo>
                  <a:lnTo>
                    <a:pt x="6551" y="555"/>
                  </a:lnTo>
                  <a:lnTo>
                    <a:pt x="6148" y="353"/>
                  </a:lnTo>
                  <a:lnTo>
                    <a:pt x="5744" y="202"/>
                  </a:lnTo>
                  <a:lnTo>
                    <a:pt x="5341" y="101"/>
                  </a:lnTo>
                  <a:lnTo>
                    <a:pt x="4888" y="1"/>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7150436" y="1290743"/>
              <a:ext cx="52238" cy="52238"/>
            </a:xfrm>
            <a:custGeom>
              <a:rect b="b" l="l" r="r" t="t"/>
              <a:pathLst>
                <a:path extrusionOk="0" h="8869" w="8869">
                  <a:moveTo>
                    <a:pt x="4434" y="0"/>
                  </a:moveTo>
                  <a:lnTo>
                    <a:pt x="3981" y="51"/>
                  </a:lnTo>
                  <a:lnTo>
                    <a:pt x="3527" y="101"/>
                  </a:lnTo>
                  <a:lnTo>
                    <a:pt x="3124" y="202"/>
                  </a:lnTo>
                  <a:lnTo>
                    <a:pt x="2721" y="353"/>
                  </a:lnTo>
                  <a:lnTo>
                    <a:pt x="2318" y="554"/>
                  </a:lnTo>
                  <a:lnTo>
                    <a:pt x="1965" y="756"/>
                  </a:lnTo>
                  <a:lnTo>
                    <a:pt x="1613" y="1008"/>
                  </a:lnTo>
                  <a:lnTo>
                    <a:pt x="1310" y="1310"/>
                  </a:lnTo>
                  <a:lnTo>
                    <a:pt x="1008" y="1613"/>
                  </a:lnTo>
                  <a:lnTo>
                    <a:pt x="756" y="1965"/>
                  </a:lnTo>
                  <a:lnTo>
                    <a:pt x="554" y="2318"/>
                  </a:lnTo>
                  <a:lnTo>
                    <a:pt x="353" y="2721"/>
                  </a:lnTo>
                  <a:lnTo>
                    <a:pt x="202" y="3124"/>
                  </a:lnTo>
                  <a:lnTo>
                    <a:pt x="101" y="3527"/>
                  </a:lnTo>
                  <a:lnTo>
                    <a:pt x="0" y="3981"/>
                  </a:lnTo>
                  <a:lnTo>
                    <a:pt x="0" y="4434"/>
                  </a:lnTo>
                  <a:lnTo>
                    <a:pt x="0" y="4888"/>
                  </a:lnTo>
                  <a:lnTo>
                    <a:pt x="101" y="5341"/>
                  </a:lnTo>
                  <a:lnTo>
                    <a:pt x="202" y="5744"/>
                  </a:lnTo>
                  <a:lnTo>
                    <a:pt x="353" y="6147"/>
                  </a:lnTo>
                  <a:lnTo>
                    <a:pt x="554" y="6551"/>
                  </a:lnTo>
                  <a:lnTo>
                    <a:pt x="756" y="6903"/>
                  </a:lnTo>
                  <a:lnTo>
                    <a:pt x="1008" y="7256"/>
                  </a:lnTo>
                  <a:lnTo>
                    <a:pt x="1310" y="7558"/>
                  </a:lnTo>
                  <a:lnTo>
                    <a:pt x="1613" y="7861"/>
                  </a:lnTo>
                  <a:lnTo>
                    <a:pt x="1965" y="8113"/>
                  </a:lnTo>
                  <a:lnTo>
                    <a:pt x="2318" y="8314"/>
                  </a:lnTo>
                  <a:lnTo>
                    <a:pt x="2721" y="8516"/>
                  </a:lnTo>
                  <a:lnTo>
                    <a:pt x="3124" y="8667"/>
                  </a:lnTo>
                  <a:lnTo>
                    <a:pt x="3527" y="8768"/>
                  </a:lnTo>
                  <a:lnTo>
                    <a:pt x="3981" y="8818"/>
                  </a:lnTo>
                  <a:lnTo>
                    <a:pt x="4434" y="8868"/>
                  </a:lnTo>
                  <a:lnTo>
                    <a:pt x="4888" y="8818"/>
                  </a:lnTo>
                  <a:lnTo>
                    <a:pt x="5341" y="8768"/>
                  </a:lnTo>
                  <a:lnTo>
                    <a:pt x="5744" y="8667"/>
                  </a:lnTo>
                  <a:lnTo>
                    <a:pt x="6147" y="8516"/>
                  </a:lnTo>
                  <a:lnTo>
                    <a:pt x="6551" y="8314"/>
                  </a:lnTo>
                  <a:lnTo>
                    <a:pt x="6903" y="8113"/>
                  </a:lnTo>
                  <a:lnTo>
                    <a:pt x="7256" y="7861"/>
                  </a:lnTo>
                  <a:lnTo>
                    <a:pt x="7558" y="7558"/>
                  </a:lnTo>
                  <a:lnTo>
                    <a:pt x="7861" y="7256"/>
                  </a:lnTo>
                  <a:lnTo>
                    <a:pt x="8113" y="6903"/>
                  </a:lnTo>
                  <a:lnTo>
                    <a:pt x="8314" y="6551"/>
                  </a:lnTo>
                  <a:lnTo>
                    <a:pt x="8516" y="6147"/>
                  </a:lnTo>
                  <a:lnTo>
                    <a:pt x="8667" y="5744"/>
                  </a:lnTo>
                  <a:lnTo>
                    <a:pt x="8768" y="5341"/>
                  </a:lnTo>
                  <a:lnTo>
                    <a:pt x="8818" y="4888"/>
                  </a:lnTo>
                  <a:lnTo>
                    <a:pt x="8868" y="4434"/>
                  </a:lnTo>
                  <a:lnTo>
                    <a:pt x="8818" y="3981"/>
                  </a:lnTo>
                  <a:lnTo>
                    <a:pt x="8768" y="3527"/>
                  </a:lnTo>
                  <a:lnTo>
                    <a:pt x="8667" y="3124"/>
                  </a:lnTo>
                  <a:lnTo>
                    <a:pt x="8516" y="2721"/>
                  </a:lnTo>
                  <a:lnTo>
                    <a:pt x="8314" y="2318"/>
                  </a:lnTo>
                  <a:lnTo>
                    <a:pt x="8113" y="1965"/>
                  </a:lnTo>
                  <a:lnTo>
                    <a:pt x="7861" y="1613"/>
                  </a:lnTo>
                  <a:lnTo>
                    <a:pt x="7558" y="1310"/>
                  </a:lnTo>
                  <a:lnTo>
                    <a:pt x="7256" y="1008"/>
                  </a:lnTo>
                  <a:lnTo>
                    <a:pt x="6903" y="756"/>
                  </a:lnTo>
                  <a:lnTo>
                    <a:pt x="6551" y="554"/>
                  </a:lnTo>
                  <a:lnTo>
                    <a:pt x="6147" y="353"/>
                  </a:lnTo>
                  <a:lnTo>
                    <a:pt x="5744" y="202"/>
                  </a:lnTo>
                  <a:lnTo>
                    <a:pt x="5341" y="101"/>
                  </a:lnTo>
                  <a:lnTo>
                    <a:pt x="4888" y="51"/>
                  </a:lnTo>
                  <a:lnTo>
                    <a:pt x="4434"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6971474" y="1235542"/>
              <a:ext cx="9206" cy="212205"/>
            </a:xfrm>
            <a:custGeom>
              <a:rect b="b" l="l" r="r" t="t"/>
              <a:pathLst>
                <a:path extrusionOk="0" h="36028" w="1563">
                  <a:moveTo>
                    <a:pt x="0" y="0"/>
                  </a:moveTo>
                  <a:lnTo>
                    <a:pt x="0" y="36027"/>
                  </a:lnTo>
                  <a:lnTo>
                    <a:pt x="1562" y="36027"/>
                  </a:lnTo>
                  <a:lnTo>
                    <a:pt x="1562"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6849198" y="1370870"/>
              <a:ext cx="52238" cy="52244"/>
            </a:xfrm>
            <a:custGeom>
              <a:rect b="b" l="l" r="r" t="t"/>
              <a:pathLst>
                <a:path extrusionOk="0" h="8870" w="8869">
                  <a:moveTo>
                    <a:pt x="3981" y="1"/>
                  </a:moveTo>
                  <a:lnTo>
                    <a:pt x="3528" y="102"/>
                  </a:lnTo>
                  <a:lnTo>
                    <a:pt x="3124" y="202"/>
                  </a:lnTo>
                  <a:lnTo>
                    <a:pt x="2721" y="354"/>
                  </a:lnTo>
                  <a:lnTo>
                    <a:pt x="2318" y="555"/>
                  </a:lnTo>
                  <a:lnTo>
                    <a:pt x="1965" y="757"/>
                  </a:lnTo>
                  <a:lnTo>
                    <a:pt x="1613" y="1009"/>
                  </a:lnTo>
                  <a:lnTo>
                    <a:pt x="1310" y="1311"/>
                  </a:lnTo>
                  <a:lnTo>
                    <a:pt x="1008" y="1613"/>
                  </a:lnTo>
                  <a:lnTo>
                    <a:pt x="756" y="1966"/>
                  </a:lnTo>
                  <a:lnTo>
                    <a:pt x="555" y="2319"/>
                  </a:lnTo>
                  <a:lnTo>
                    <a:pt x="353" y="2722"/>
                  </a:lnTo>
                  <a:lnTo>
                    <a:pt x="202" y="3125"/>
                  </a:lnTo>
                  <a:lnTo>
                    <a:pt x="101" y="3528"/>
                  </a:lnTo>
                  <a:lnTo>
                    <a:pt x="51" y="3981"/>
                  </a:lnTo>
                  <a:lnTo>
                    <a:pt x="0" y="4435"/>
                  </a:lnTo>
                  <a:lnTo>
                    <a:pt x="51" y="4888"/>
                  </a:lnTo>
                  <a:lnTo>
                    <a:pt x="101" y="5342"/>
                  </a:lnTo>
                  <a:lnTo>
                    <a:pt x="202" y="5745"/>
                  </a:lnTo>
                  <a:lnTo>
                    <a:pt x="353" y="6148"/>
                  </a:lnTo>
                  <a:lnTo>
                    <a:pt x="555" y="6551"/>
                  </a:lnTo>
                  <a:lnTo>
                    <a:pt x="756" y="6904"/>
                  </a:lnTo>
                  <a:lnTo>
                    <a:pt x="1008" y="7257"/>
                  </a:lnTo>
                  <a:lnTo>
                    <a:pt x="1310" y="7559"/>
                  </a:lnTo>
                  <a:lnTo>
                    <a:pt x="1613" y="7861"/>
                  </a:lnTo>
                  <a:lnTo>
                    <a:pt x="1965" y="8113"/>
                  </a:lnTo>
                  <a:lnTo>
                    <a:pt x="2318" y="8315"/>
                  </a:lnTo>
                  <a:lnTo>
                    <a:pt x="2721" y="8516"/>
                  </a:lnTo>
                  <a:lnTo>
                    <a:pt x="3124" y="8668"/>
                  </a:lnTo>
                  <a:lnTo>
                    <a:pt x="3528" y="8768"/>
                  </a:lnTo>
                  <a:lnTo>
                    <a:pt x="3981" y="8819"/>
                  </a:lnTo>
                  <a:lnTo>
                    <a:pt x="4434" y="8869"/>
                  </a:lnTo>
                  <a:lnTo>
                    <a:pt x="4888" y="8819"/>
                  </a:lnTo>
                  <a:lnTo>
                    <a:pt x="5341" y="8768"/>
                  </a:lnTo>
                  <a:lnTo>
                    <a:pt x="5745" y="8668"/>
                  </a:lnTo>
                  <a:lnTo>
                    <a:pt x="6148" y="8516"/>
                  </a:lnTo>
                  <a:lnTo>
                    <a:pt x="6551" y="8315"/>
                  </a:lnTo>
                  <a:lnTo>
                    <a:pt x="6903" y="8113"/>
                  </a:lnTo>
                  <a:lnTo>
                    <a:pt x="7256" y="7861"/>
                  </a:lnTo>
                  <a:lnTo>
                    <a:pt x="7559" y="7559"/>
                  </a:lnTo>
                  <a:lnTo>
                    <a:pt x="7861" y="7257"/>
                  </a:lnTo>
                  <a:lnTo>
                    <a:pt x="8113" y="6904"/>
                  </a:lnTo>
                  <a:lnTo>
                    <a:pt x="8314" y="6551"/>
                  </a:lnTo>
                  <a:lnTo>
                    <a:pt x="8516" y="6148"/>
                  </a:lnTo>
                  <a:lnTo>
                    <a:pt x="8667" y="5745"/>
                  </a:lnTo>
                  <a:lnTo>
                    <a:pt x="8768" y="5342"/>
                  </a:lnTo>
                  <a:lnTo>
                    <a:pt x="8869" y="4888"/>
                  </a:lnTo>
                  <a:lnTo>
                    <a:pt x="8869" y="4435"/>
                  </a:lnTo>
                  <a:lnTo>
                    <a:pt x="8869" y="3981"/>
                  </a:lnTo>
                  <a:lnTo>
                    <a:pt x="8768" y="3528"/>
                  </a:lnTo>
                  <a:lnTo>
                    <a:pt x="8667" y="3125"/>
                  </a:lnTo>
                  <a:lnTo>
                    <a:pt x="8516" y="2722"/>
                  </a:lnTo>
                  <a:lnTo>
                    <a:pt x="8314" y="2319"/>
                  </a:lnTo>
                  <a:lnTo>
                    <a:pt x="8113" y="1966"/>
                  </a:lnTo>
                  <a:lnTo>
                    <a:pt x="7861" y="1613"/>
                  </a:lnTo>
                  <a:lnTo>
                    <a:pt x="7559" y="1311"/>
                  </a:lnTo>
                  <a:lnTo>
                    <a:pt x="7256" y="1009"/>
                  </a:lnTo>
                  <a:lnTo>
                    <a:pt x="6903" y="757"/>
                  </a:lnTo>
                  <a:lnTo>
                    <a:pt x="6551" y="555"/>
                  </a:lnTo>
                  <a:lnTo>
                    <a:pt x="6148" y="354"/>
                  </a:lnTo>
                  <a:lnTo>
                    <a:pt x="5745" y="202"/>
                  </a:lnTo>
                  <a:lnTo>
                    <a:pt x="5341" y="102"/>
                  </a:lnTo>
                  <a:lnTo>
                    <a:pt x="4888" y="1"/>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6870861" y="1235542"/>
              <a:ext cx="9206" cy="212205"/>
            </a:xfrm>
            <a:custGeom>
              <a:rect b="b" l="l" r="r" t="t"/>
              <a:pathLst>
                <a:path extrusionOk="0" h="36028" w="1563">
                  <a:moveTo>
                    <a:pt x="1" y="0"/>
                  </a:moveTo>
                  <a:lnTo>
                    <a:pt x="1" y="36027"/>
                  </a:lnTo>
                  <a:lnTo>
                    <a:pt x="1563" y="36027"/>
                  </a:lnTo>
                  <a:lnTo>
                    <a:pt x="1563" y="0"/>
                  </a:lnTo>
                  <a:close/>
                </a:path>
              </a:pathLst>
            </a:cu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6986311" y="1684872"/>
              <a:ext cx="138009" cy="92597"/>
            </a:xfrm>
            <a:custGeom>
              <a:rect b="b" l="l" r="r" t="t"/>
              <a:pathLst>
                <a:path extrusionOk="0" h="15721" w="23431">
                  <a:moveTo>
                    <a:pt x="21567" y="1764"/>
                  </a:moveTo>
                  <a:lnTo>
                    <a:pt x="21718" y="3174"/>
                  </a:lnTo>
                  <a:lnTo>
                    <a:pt x="21768" y="4636"/>
                  </a:lnTo>
                  <a:lnTo>
                    <a:pt x="21768" y="5795"/>
                  </a:lnTo>
                  <a:lnTo>
                    <a:pt x="21667" y="7004"/>
                  </a:lnTo>
                  <a:lnTo>
                    <a:pt x="21466" y="8163"/>
                  </a:lnTo>
                  <a:lnTo>
                    <a:pt x="21214" y="9322"/>
                  </a:lnTo>
                  <a:lnTo>
                    <a:pt x="20912" y="10481"/>
                  </a:lnTo>
                  <a:lnTo>
                    <a:pt x="20508" y="11589"/>
                  </a:lnTo>
                  <a:lnTo>
                    <a:pt x="20055" y="12698"/>
                  </a:lnTo>
                  <a:lnTo>
                    <a:pt x="19551" y="13756"/>
                  </a:lnTo>
                  <a:lnTo>
                    <a:pt x="3276" y="4888"/>
                  </a:lnTo>
                  <a:lnTo>
                    <a:pt x="21567" y="1764"/>
                  </a:lnTo>
                  <a:close/>
                  <a:moveTo>
                    <a:pt x="22121" y="0"/>
                  </a:moveTo>
                  <a:lnTo>
                    <a:pt x="656" y="3678"/>
                  </a:lnTo>
                  <a:lnTo>
                    <a:pt x="504" y="3729"/>
                  </a:lnTo>
                  <a:lnTo>
                    <a:pt x="353" y="3830"/>
                  </a:lnTo>
                  <a:lnTo>
                    <a:pt x="202" y="3930"/>
                  </a:lnTo>
                  <a:lnTo>
                    <a:pt x="101" y="4081"/>
                  </a:lnTo>
                  <a:lnTo>
                    <a:pt x="1" y="4233"/>
                  </a:lnTo>
                  <a:lnTo>
                    <a:pt x="1" y="4384"/>
                  </a:lnTo>
                  <a:lnTo>
                    <a:pt x="1" y="4585"/>
                  </a:lnTo>
                  <a:lnTo>
                    <a:pt x="1" y="4736"/>
                  </a:lnTo>
                  <a:lnTo>
                    <a:pt x="51" y="4888"/>
                  </a:lnTo>
                  <a:lnTo>
                    <a:pt x="152" y="4988"/>
                  </a:lnTo>
                  <a:lnTo>
                    <a:pt x="253" y="5140"/>
                  </a:lnTo>
                  <a:lnTo>
                    <a:pt x="404" y="5190"/>
                  </a:lnTo>
                  <a:lnTo>
                    <a:pt x="19450" y="15620"/>
                  </a:lnTo>
                  <a:lnTo>
                    <a:pt x="19652" y="15671"/>
                  </a:lnTo>
                  <a:lnTo>
                    <a:pt x="19853" y="15721"/>
                  </a:lnTo>
                  <a:lnTo>
                    <a:pt x="20055" y="15671"/>
                  </a:lnTo>
                  <a:lnTo>
                    <a:pt x="20257" y="15620"/>
                  </a:lnTo>
                  <a:lnTo>
                    <a:pt x="20458" y="15469"/>
                  </a:lnTo>
                  <a:lnTo>
                    <a:pt x="20609" y="15318"/>
                  </a:lnTo>
                  <a:lnTo>
                    <a:pt x="21214" y="14058"/>
                  </a:lnTo>
                  <a:lnTo>
                    <a:pt x="21819" y="12799"/>
                  </a:lnTo>
                  <a:lnTo>
                    <a:pt x="22272" y="11488"/>
                  </a:lnTo>
                  <a:lnTo>
                    <a:pt x="22675" y="10178"/>
                  </a:lnTo>
                  <a:lnTo>
                    <a:pt x="23028" y="8818"/>
                  </a:lnTo>
                  <a:lnTo>
                    <a:pt x="23229" y="7407"/>
                  </a:lnTo>
                  <a:lnTo>
                    <a:pt x="23381" y="6047"/>
                  </a:lnTo>
                  <a:lnTo>
                    <a:pt x="23431" y="4636"/>
                  </a:lnTo>
                  <a:lnTo>
                    <a:pt x="23381" y="3628"/>
                  </a:lnTo>
                  <a:lnTo>
                    <a:pt x="23330" y="2671"/>
                  </a:lnTo>
                  <a:lnTo>
                    <a:pt x="23229" y="1663"/>
                  </a:lnTo>
                  <a:lnTo>
                    <a:pt x="23078" y="655"/>
                  </a:lnTo>
                  <a:lnTo>
                    <a:pt x="23028" y="504"/>
                  </a:lnTo>
                  <a:lnTo>
                    <a:pt x="22977" y="353"/>
                  </a:lnTo>
                  <a:lnTo>
                    <a:pt x="22877" y="252"/>
                  </a:lnTo>
                  <a:lnTo>
                    <a:pt x="22726" y="151"/>
                  </a:lnTo>
                  <a:lnTo>
                    <a:pt x="22574" y="50"/>
                  </a:lnTo>
                  <a:lnTo>
                    <a:pt x="22423" y="0"/>
                  </a:lnTo>
                  <a:close/>
                </a:path>
              </a:pathLst>
            </a:custGeom>
            <a:solidFill>
              <a:srgbClr val="34A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6984827" y="1576838"/>
              <a:ext cx="137119" cy="139198"/>
            </a:xfrm>
            <a:custGeom>
              <a:rect b="b" l="l" r="r" t="t"/>
              <a:pathLst>
                <a:path extrusionOk="0" h="23633" w="23280">
                  <a:moveTo>
                    <a:pt x="1663" y="1664"/>
                  </a:moveTo>
                  <a:lnTo>
                    <a:pt x="2570" y="1714"/>
                  </a:lnTo>
                  <a:lnTo>
                    <a:pt x="3427" y="1815"/>
                  </a:lnTo>
                  <a:lnTo>
                    <a:pt x="4334" y="1966"/>
                  </a:lnTo>
                  <a:lnTo>
                    <a:pt x="5191" y="2117"/>
                  </a:lnTo>
                  <a:lnTo>
                    <a:pt x="5997" y="2369"/>
                  </a:lnTo>
                  <a:lnTo>
                    <a:pt x="6853" y="2571"/>
                  </a:lnTo>
                  <a:lnTo>
                    <a:pt x="7660" y="2873"/>
                  </a:lnTo>
                  <a:lnTo>
                    <a:pt x="8466" y="3175"/>
                  </a:lnTo>
                  <a:lnTo>
                    <a:pt x="9272" y="3478"/>
                  </a:lnTo>
                  <a:lnTo>
                    <a:pt x="10028" y="3830"/>
                  </a:lnTo>
                  <a:lnTo>
                    <a:pt x="10784" y="4233"/>
                  </a:lnTo>
                  <a:lnTo>
                    <a:pt x="11539" y="4637"/>
                  </a:lnTo>
                  <a:lnTo>
                    <a:pt x="12245" y="5090"/>
                  </a:lnTo>
                  <a:lnTo>
                    <a:pt x="12950" y="5594"/>
                  </a:lnTo>
                  <a:lnTo>
                    <a:pt x="13656" y="6098"/>
                  </a:lnTo>
                  <a:lnTo>
                    <a:pt x="14311" y="6602"/>
                  </a:lnTo>
                  <a:lnTo>
                    <a:pt x="14966" y="7156"/>
                  </a:lnTo>
                  <a:lnTo>
                    <a:pt x="15571" y="7761"/>
                  </a:lnTo>
                  <a:lnTo>
                    <a:pt x="16175" y="8365"/>
                  </a:lnTo>
                  <a:lnTo>
                    <a:pt x="16729" y="8970"/>
                  </a:lnTo>
                  <a:lnTo>
                    <a:pt x="17284" y="9625"/>
                  </a:lnTo>
                  <a:lnTo>
                    <a:pt x="17788" y="10330"/>
                  </a:lnTo>
                  <a:lnTo>
                    <a:pt x="18291" y="10985"/>
                  </a:lnTo>
                  <a:lnTo>
                    <a:pt x="18795" y="11741"/>
                  </a:lnTo>
                  <a:lnTo>
                    <a:pt x="19198" y="12447"/>
                  </a:lnTo>
                  <a:lnTo>
                    <a:pt x="19652" y="13202"/>
                  </a:lnTo>
                  <a:lnTo>
                    <a:pt x="20005" y="14009"/>
                  </a:lnTo>
                  <a:lnTo>
                    <a:pt x="20357" y="14815"/>
                  </a:lnTo>
                  <a:lnTo>
                    <a:pt x="20710" y="15621"/>
                  </a:lnTo>
                  <a:lnTo>
                    <a:pt x="20962" y="16427"/>
                  </a:lnTo>
                  <a:lnTo>
                    <a:pt x="21214" y="17284"/>
                  </a:lnTo>
                  <a:lnTo>
                    <a:pt x="21466" y="18140"/>
                  </a:lnTo>
                  <a:lnTo>
                    <a:pt x="1865" y="21819"/>
                  </a:lnTo>
                  <a:lnTo>
                    <a:pt x="1663" y="1664"/>
                  </a:lnTo>
                  <a:close/>
                  <a:moveTo>
                    <a:pt x="706" y="1"/>
                  </a:moveTo>
                  <a:lnTo>
                    <a:pt x="505" y="51"/>
                  </a:lnTo>
                  <a:lnTo>
                    <a:pt x="404" y="102"/>
                  </a:lnTo>
                  <a:lnTo>
                    <a:pt x="253" y="253"/>
                  </a:lnTo>
                  <a:lnTo>
                    <a:pt x="152" y="354"/>
                  </a:lnTo>
                  <a:lnTo>
                    <a:pt x="51" y="505"/>
                  </a:lnTo>
                  <a:lnTo>
                    <a:pt x="51" y="656"/>
                  </a:lnTo>
                  <a:lnTo>
                    <a:pt x="1" y="807"/>
                  </a:lnTo>
                  <a:lnTo>
                    <a:pt x="253" y="22827"/>
                  </a:lnTo>
                  <a:lnTo>
                    <a:pt x="253" y="23028"/>
                  </a:lnTo>
                  <a:lnTo>
                    <a:pt x="303" y="23179"/>
                  </a:lnTo>
                  <a:lnTo>
                    <a:pt x="404" y="23330"/>
                  </a:lnTo>
                  <a:lnTo>
                    <a:pt x="555" y="23482"/>
                  </a:lnTo>
                  <a:lnTo>
                    <a:pt x="756" y="23582"/>
                  </a:lnTo>
                  <a:lnTo>
                    <a:pt x="1059" y="23633"/>
                  </a:lnTo>
                  <a:lnTo>
                    <a:pt x="1210" y="23633"/>
                  </a:lnTo>
                  <a:lnTo>
                    <a:pt x="1563" y="23582"/>
                  </a:lnTo>
                  <a:lnTo>
                    <a:pt x="22625" y="19602"/>
                  </a:lnTo>
                  <a:lnTo>
                    <a:pt x="22776" y="19551"/>
                  </a:lnTo>
                  <a:lnTo>
                    <a:pt x="22927" y="19451"/>
                  </a:lnTo>
                  <a:lnTo>
                    <a:pt x="23028" y="19350"/>
                  </a:lnTo>
                  <a:lnTo>
                    <a:pt x="23129" y="19249"/>
                  </a:lnTo>
                  <a:lnTo>
                    <a:pt x="23229" y="19098"/>
                  </a:lnTo>
                  <a:lnTo>
                    <a:pt x="23280" y="18947"/>
                  </a:lnTo>
                  <a:lnTo>
                    <a:pt x="23280" y="18796"/>
                  </a:lnTo>
                  <a:lnTo>
                    <a:pt x="23229" y="18594"/>
                  </a:lnTo>
                  <a:lnTo>
                    <a:pt x="23028" y="17637"/>
                  </a:lnTo>
                  <a:lnTo>
                    <a:pt x="22776" y="16629"/>
                  </a:lnTo>
                  <a:lnTo>
                    <a:pt x="22474" y="15671"/>
                  </a:lnTo>
                  <a:lnTo>
                    <a:pt x="22121" y="14765"/>
                  </a:lnTo>
                  <a:lnTo>
                    <a:pt x="21768" y="13807"/>
                  </a:lnTo>
                  <a:lnTo>
                    <a:pt x="21315" y="12951"/>
                  </a:lnTo>
                  <a:lnTo>
                    <a:pt x="20861" y="12044"/>
                  </a:lnTo>
                  <a:lnTo>
                    <a:pt x="20408" y="11187"/>
                  </a:lnTo>
                  <a:lnTo>
                    <a:pt x="19853" y="10381"/>
                  </a:lnTo>
                  <a:lnTo>
                    <a:pt x="19299" y="9575"/>
                  </a:lnTo>
                  <a:lnTo>
                    <a:pt x="18745" y="8819"/>
                  </a:lnTo>
                  <a:lnTo>
                    <a:pt x="18090" y="8063"/>
                  </a:lnTo>
                  <a:lnTo>
                    <a:pt x="17485" y="7307"/>
                  </a:lnTo>
                  <a:lnTo>
                    <a:pt x="16780" y="6652"/>
                  </a:lnTo>
                  <a:lnTo>
                    <a:pt x="16074" y="5947"/>
                  </a:lnTo>
                  <a:lnTo>
                    <a:pt x="15369" y="5342"/>
                  </a:lnTo>
                  <a:lnTo>
                    <a:pt x="14613" y="4737"/>
                  </a:lnTo>
                  <a:lnTo>
                    <a:pt x="13807" y="4183"/>
                  </a:lnTo>
                  <a:lnTo>
                    <a:pt x="13001" y="3629"/>
                  </a:lnTo>
                  <a:lnTo>
                    <a:pt x="12195" y="3125"/>
                  </a:lnTo>
                  <a:lnTo>
                    <a:pt x="11338" y="2671"/>
                  </a:lnTo>
                  <a:lnTo>
                    <a:pt x="10481" y="2218"/>
                  </a:lnTo>
                  <a:lnTo>
                    <a:pt x="9574" y="1815"/>
                  </a:lnTo>
                  <a:lnTo>
                    <a:pt x="8667" y="1462"/>
                  </a:lnTo>
                  <a:lnTo>
                    <a:pt x="7710" y="1109"/>
                  </a:lnTo>
                  <a:lnTo>
                    <a:pt x="6803" y="857"/>
                  </a:lnTo>
                  <a:lnTo>
                    <a:pt x="5846" y="606"/>
                  </a:lnTo>
                  <a:lnTo>
                    <a:pt x="4838" y="404"/>
                  </a:lnTo>
                  <a:lnTo>
                    <a:pt x="3881" y="202"/>
                  </a:lnTo>
                  <a:lnTo>
                    <a:pt x="2873" y="102"/>
                  </a:lnTo>
                  <a:lnTo>
                    <a:pt x="1865" y="1"/>
                  </a:lnTo>
                  <a:close/>
                </a:path>
              </a:pathLst>
            </a:custGeom>
            <a:solidFill>
              <a:srgbClr val="34A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6865519" y="1581291"/>
              <a:ext cx="237137" cy="255538"/>
            </a:xfrm>
            <a:custGeom>
              <a:rect b="b" l="l" r="r" t="t"/>
              <a:pathLst>
                <a:path extrusionOk="0" h="43385" w="40261">
                  <a:moveTo>
                    <a:pt x="21012" y="1"/>
                  </a:moveTo>
                  <a:lnTo>
                    <a:pt x="19602" y="101"/>
                  </a:lnTo>
                  <a:lnTo>
                    <a:pt x="18191" y="253"/>
                  </a:lnTo>
                  <a:lnTo>
                    <a:pt x="16830" y="505"/>
                  </a:lnTo>
                  <a:lnTo>
                    <a:pt x="15520" y="857"/>
                  </a:lnTo>
                  <a:lnTo>
                    <a:pt x="14210" y="1260"/>
                  </a:lnTo>
                  <a:lnTo>
                    <a:pt x="12900" y="1764"/>
                  </a:lnTo>
                  <a:lnTo>
                    <a:pt x="11691" y="2369"/>
                  </a:lnTo>
                  <a:lnTo>
                    <a:pt x="10481" y="3074"/>
                  </a:lnTo>
                  <a:lnTo>
                    <a:pt x="9322" y="3780"/>
                  </a:lnTo>
                  <a:lnTo>
                    <a:pt x="8264" y="4636"/>
                  </a:lnTo>
                  <a:lnTo>
                    <a:pt x="7206" y="5493"/>
                  </a:lnTo>
                  <a:lnTo>
                    <a:pt x="6198" y="6501"/>
                  </a:lnTo>
                  <a:lnTo>
                    <a:pt x="5291" y="7508"/>
                  </a:lnTo>
                  <a:lnTo>
                    <a:pt x="4435" y="8617"/>
                  </a:lnTo>
                  <a:lnTo>
                    <a:pt x="3629" y="9776"/>
                  </a:lnTo>
                  <a:lnTo>
                    <a:pt x="2923" y="10985"/>
                  </a:lnTo>
                  <a:lnTo>
                    <a:pt x="2419" y="11943"/>
                  </a:lnTo>
                  <a:lnTo>
                    <a:pt x="1915" y="12950"/>
                  </a:lnTo>
                  <a:lnTo>
                    <a:pt x="1512" y="13958"/>
                  </a:lnTo>
                  <a:lnTo>
                    <a:pt x="1109" y="14966"/>
                  </a:lnTo>
                  <a:lnTo>
                    <a:pt x="807" y="15974"/>
                  </a:lnTo>
                  <a:lnTo>
                    <a:pt x="555" y="17032"/>
                  </a:lnTo>
                  <a:lnTo>
                    <a:pt x="353" y="18040"/>
                  </a:lnTo>
                  <a:lnTo>
                    <a:pt x="202" y="19098"/>
                  </a:lnTo>
                  <a:lnTo>
                    <a:pt x="101" y="20105"/>
                  </a:lnTo>
                  <a:lnTo>
                    <a:pt x="51" y="21164"/>
                  </a:lnTo>
                  <a:lnTo>
                    <a:pt x="1" y="22222"/>
                  </a:lnTo>
                  <a:lnTo>
                    <a:pt x="51" y="23280"/>
                  </a:lnTo>
                  <a:lnTo>
                    <a:pt x="152" y="24288"/>
                  </a:lnTo>
                  <a:lnTo>
                    <a:pt x="303" y="25295"/>
                  </a:lnTo>
                  <a:lnTo>
                    <a:pt x="505" y="26354"/>
                  </a:lnTo>
                  <a:lnTo>
                    <a:pt x="757" y="27361"/>
                  </a:lnTo>
                  <a:lnTo>
                    <a:pt x="1059" y="28319"/>
                  </a:lnTo>
                  <a:lnTo>
                    <a:pt x="1361" y="29326"/>
                  </a:lnTo>
                  <a:lnTo>
                    <a:pt x="1764" y="30284"/>
                  </a:lnTo>
                  <a:lnTo>
                    <a:pt x="2167" y="31241"/>
                  </a:lnTo>
                  <a:lnTo>
                    <a:pt x="2671" y="32148"/>
                  </a:lnTo>
                  <a:lnTo>
                    <a:pt x="3175" y="33055"/>
                  </a:lnTo>
                  <a:lnTo>
                    <a:pt x="3729" y="33912"/>
                  </a:lnTo>
                  <a:lnTo>
                    <a:pt x="4384" y="34768"/>
                  </a:lnTo>
                  <a:lnTo>
                    <a:pt x="5039" y="35625"/>
                  </a:lnTo>
                  <a:lnTo>
                    <a:pt x="5695" y="36381"/>
                  </a:lnTo>
                  <a:lnTo>
                    <a:pt x="6450" y="37187"/>
                  </a:lnTo>
                  <a:lnTo>
                    <a:pt x="7257" y="37892"/>
                  </a:lnTo>
                  <a:lnTo>
                    <a:pt x="8063" y="38598"/>
                  </a:lnTo>
                  <a:lnTo>
                    <a:pt x="8919" y="39253"/>
                  </a:lnTo>
                  <a:lnTo>
                    <a:pt x="9826" y="39857"/>
                  </a:lnTo>
                  <a:lnTo>
                    <a:pt x="10784" y="40462"/>
                  </a:lnTo>
                  <a:lnTo>
                    <a:pt x="11741" y="41016"/>
                  </a:lnTo>
                  <a:lnTo>
                    <a:pt x="12749" y="41470"/>
                  </a:lnTo>
                  <a:lnTo>
                    <a:pt x="13757" y="41873"/>
                  </a:lnTo>
                  <a:lnTo>
                    <a:pt x="14764" y="42276"/>
                  </a:lnTo>
                  <a:lnTo>
                    <a:pt x="15772" y="42578"/>
                  </a:lnTo>
                  <a:lnTo>
                    <a:pt x="16830" y="42830"/>
                  </a:lnTo>
                  <a:lnTo>
                    <a:pt x="17838" y="43032"/>
                  </a:lnTo>
                  <a:lnTo>
                    <a:pt x="18896" y="43233"/>
                  </a:lnTo>
                  <a:lnTo>
                    <a:pt x="19954" y="43334"/>
                  </a:lnTo>
                  <a:lnTo>
                    <a:pt x="20962" y="43385"/>
                  </a:lnTo>
                  <a:lnTo>
                    <a:pt x="22020" y="43385"/>
                  </a:lnTo>
                  <a:lnTo>
                    <a:pt x="23078" y="43334"/>
                  </a:lnTo>
                  <a:lnTo>
                    <a:pt x="24086" y="43233"/>
                  </a:lnTo>
                  <a:lnTo>
                    <a:pt x="25144" y="43082"/>
                  </a:lnTo>
                  <a:lnTo>
                    <a:pt x="26152" y="42881"/>
                  </a:lnTo>
                  <a:lnTo>
                    <a:pt x="27160" y="42629"/>
                  </a:lnTo>
                  <a:lnTo>
                    <a:pt x="28117" y="42377"/>
                  </a:lnTo>
                  <a:lnTo>
                    <a:pt x="29125" y="42024"/>
                  </a:lnTo>
                  <a:lnTo>
                    <a:pt x="30082" y="41621"/>
                  </a:lnTo>
                  <a:lnTo>
                    <a:pt x="31040" y="41218"/>
                  </a:lnTo>
                  <a:lnTo>
                    <a:pt x="31947" y="40714"/>
                  </a:lnTo>
                  <a:lnTo>
                    <a:pt x="32854" y="40210"/>
                  </a:lnTo>
                  <a:lnTo>
                    <a:pt x="33761" y="39656"/>
                  </a:lnTo>
                  <a:lnTo>
                    <a:pt x="34567" y="39051"/>
                  </a:lnTo>
                  <a:lnTo>
                    <a:pt x="35423" y="38396"/>
                  </a:lnTo>
                  <a:lnTo>
                    <a:pt x="36230" y="37691"/>
                  </a:lnTo>
                  <a:lnTo>
                    <a:pt x="36985" y="36935"/>
                  </a:lnTo>
                  <a:lnTo>
                    <a:pt x="37691" y="36179"/>
                  </a:lnTo>
                  <a:lnTo>
                    <a:pt x="38396" y="35323"/>
                  </a:lnTo>
                  <a:lnTo>
                    <a:pt x="39051" y="34466"/>
                  </a:lnTo>
                  <a:lnTo>
                    <a:pt x="39706" y="33559"/>
                  </a:lnTo>
                  <a:lnTo>
                    <a:pt x="40261" y="32602"/>
                  </a:lnTo>
                  <a:lnTo>
                    <a:pt x="21667" y="22121"/>
                  </a:lnTo>
                  <a:lnTo>
                    <a:pt x="21516" y="21667"/>
                  </a:lnTo>
                  <a:lnTo>
                    <a:pt x="21365" y="21365"/>
                  </a:lnTo>
                  <a:lnTo>
                    <a:pt x="21012" y="1"/>
                  </a:lnTo>
                  <a:close/>
                </a:path>
              </a:pathLst>
            </a:custGeom>
            <a:solidFill>
              <a:srgbClr val="34A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6861961" y="1576543"/>
              <a:ext cx="247227" cy="263548"/>
            </a:xfrm>
            <a:custGeom>
              <a:rect b="b" l="l" r="r" t="t"/>
              <a:pathLst>
                <a:path extrusionOk="0" h="44745" w="41974">
                  <a:moveTo>
                    <a:pt x="20861" y="1663"/>
                  </a:moveTo>
                  <a:lnTo>
                    <a:pt x="21163" y="22423"/>
                  </a:lnTo>
                  <a:lnTo>
                    <a:pt x="21415" y="22776"/>
                  </a:lnTo>
                  <a:lnTo>
                    <a:pt x="21566" y="23431"/>
                  </a:lnTo>
                  <a:lnTo>
                    <a:pt x="39756" y="33710"/>
                  </a:lnTo>
                  <a:lnTo>
                    <a:pt x="39202" y="34567"/>
                  </a:lnTo>
                  <a:lnTo>
                    <a:pt x="38597" y="35373"/>
                  </a:lnTo>
                  <a:lnTo>
                    <a:pt x="37942" y="36129"/>
                  </a:lnTo>
                  <a:lnTo>
                    <a:pt x="37237" y="36884"/>
                  </a:lnTo>
                  <a:lnTo>
                    <a:pt x="36531" y="37590"/>
                  </a:lnTo>
                  <a:lnTo>
                    <a:pt x="35826" y="38245"/>
                  </a:lnTo>
                  <a:lnTo>
                    <a:pt x="35070" y="38849"/>
                  </a:lnTo>
                  <a:lnTo>
                    <a:pt x="34264" y="39454"/>
                  </a:lnTo>
                  <a:lnTo>
                    <a:pt x="33458" y="40008"/>
                  </a:lnTo>
                  <a:lnTo>
                    <a:pt x="32601" y="40512"/>
                  </a:lnTo>
                  <a:lnTo>
                    <a:pt x="31744" y="40966"/>
                  </a:lnTo>
                  <a:lnTo>
                    <a:pt x="30888" y="41369"/>
                  </a:lnTo>
                  <a:lnTo>
                    <a:pt x="29981" y="41772"/>
                  </a:lnTo>
                  <a:lnTo>
                    <a:pt x="29074" y="42074"/>
                  </a:lnTo>
                  <a:lnTo>
                    <a:pt x="28167" y="42377"/>
                  </a:lnTo>
                  <a:lnTo>
                    <a:pt x="27260" y="42629"/>
                  </a:lnTo>
                  <a:lnTo>
                    <a:pt x="26303" y="42830"/>
                  </a:lnTo>
                  <a:lnTo>
                    <a:pt x="25345" y="43032"/>
                  </a:lnTo>
                  <a:lnTo>
                    <a:pt x="24388" y="43132"/>
                  </a:lnTo>
                  <a:lnTo>
                    <a:pt x="23430" y="43233"/>
                  </a:lnTo>
                  <a:lnTo>
                    <a:pt x="21516" y="43233"/>
                  </a:lnTo>
                  <a:lnTo>
                    <a:pt x="20508" y="43183"/>
                  </a:lnTo>
                  <a:lnTo>
                    <a:pt x="19551" y="43082"/>
                  </a:lnTo>
                  <a:lnTo>
                    <a:pt x="18593" y="42931"/>
                  </a:lnTo>
                  <a:lnTo>
                    <a:pt x="17636" y="42729"/>
                  </a:lnTo>
                  <a:lnTo>
                    <a:pt x="16678" y="42477"/>
                  </a:lnTo>
                  <a:lnTo>
                    <a:pt x="15721" y="42175"/>
                  </a:lnTo>
                  <a:lnTo>
                    <a:pt x="14764" y="41822"/>
                  </a:lnTo>
                  <a:lnTo>
                    <a:pt x="13857" y="41470"/>
                  </a:lnTo>
                  <a:lnTo>
                    <a:pt x="12899" y="41016"/>
                  </a:lnTo>
                  <a:lnTo>
                    <a:pt x="11992" y="40512"/>
                  </a:lnTo>
                  <a:lnTo>
                    <a:pt x="11085" y="39958"/>
                  </a:lnTo>
                  <a:lnTo>
                    <a:pt x="10229" y="39353"/>
                  </a:lnTo>
                  <a:lnTo>
                    <a:pt x="9372" y="38749"/>
                  </a:lnTo>
                  <a:lnTo>
                    <a:pt x="8566" y="38094"/>
                  </a:lnTo>
                  <a:lnTo>
                    <a:pt x="7810" y="37388"/>
                  </a:lnTo>
                  <a:lnTo>
                    <a:pt x="7105" y="36632"/>
                  </a:lnTo>
                  <a:lnTo>
                    <a:pt x="6399" y="35877"/>
                  </a:lnTo>
                  <a:lnTo>
                    <a:pt x="5795" y="35121"/>
                  </a:lnTo>
                  <a:lnTo>
                    <a:pt x="5190" y="34264"/>
                  </a:lnTo>
                  <a:lnTo>
                    <a:pt x="4636" y="33458"/>
                  </a:lnTo>
                  <a:lnTo>
                    <a:pt x="4132" y="32551"/>
                  </a:lnTo>
                  <a:lnTo>
                    <a:pt x="3678" y="31694"/>
                  </a:lnTo>
                  <a:lnTo>
                    <a:pt x="3225" y="30787"/>
                  </a:lnTo>
                  <a:lnTo>
                    <a:pt x="2872" y="29830"/>
                  </a:lnTo>
                  <a:lnTo>
                    <a:pt x="2519" y="28923"/>
                  </a:lnTo>
                  <a:lnTo>
                    <a:pt x="2217" y="27966"/>
                  </a:lnTo>
                  <a:lnTo>
                    <a:pt x="2016" y="27008"/>
                  </a:lnTo>
                  <a:lnTo>
                    <a:pt x="1814" y="26001"/>
                  </a:lnTo>
                  <a:lnTo>
                    <a:pt x="1663" y="25043"/>
                  </a:lnTo>
                  <a:lnTo>
                    <a:pt x="1562" y="24035"/>
                  </a:lnTo>
                  <a:lnTo>
                    <a:pt x="1512" y="23028"/>
                  </a:lnTo>
                  <a:lnTo>
                    <a:pt x="1512" y="22020"/>
                  </a:lnTo>
                  <a:lnTo>
                    <a:pt x="1562" y="21012"/>
                  </a:lnTo>
                  <a:lnTo>
                    <a:pt x="1663" y="20004"/>
                  </a:lnTo>
                  <a:lnTo>
                    <a:pt x="1764" y="18997"/>
                  </a:lnTo>
                  <a:lnTo>
                    <a:pt x="1965" y="17989"/>
                  </a:lnTo>
                  <a:lnTo>
                    <a:pt x="2217" y="16981"/>
                  </a:lnTo>
                  <a:lnTo>
                    <a:pt x="2519" y="16024"/>
                  </a:lnTo>
                  <a:lnTo>
                    <a:pt x="2872" y="15016"/>
                  </a:lnTo>
                  <a:lnTo>
                    <a:pt x="3275" y="14059"/>
                  </a:lnTo>
                  <a:lnTo>
                    <a:pt x="3729" y="13101"/>
                  </a:lnTo>
                  <a:lnTo>
                    <a:pt x="4233" y="12144"/>
                  </a:lnTo>
                  <a:lnTo>
                    <a:pt x="4938" y="10985"/>
                  </a:lnTo>
                  <a:lnTo>
                    <a:pt x="5694" y="9927"/>
                  </a:lnTo>
                  <a:lnTo>
                    <a:pt x="6450" y="8869"/>
                  </a:lnTo>
                  <a:lnTo>
                    <a:pt x="7306" y="7911"/>
                  </a:lnTo>
                  <a:lnTo>
                    <a:pt x="8213" y="7004"/>
                  </a:lnTo>
                  <a:lnTo>
                    <a:pt x="9171" y="6198"/>
                  </a:lnTo>
                  <a:lnTo>
                    <a:pt x="10178" y="5392"/>
                  </a:lnTo>
                  <a:lnTo>
                    <a:pt x="11186" y="4687"/>
                  </a:lnTo>
                  <a:lnTo>
                    <a:pt x="12244" y="4082"/>
                  </a:lnTo>
                  <a:lnTo>
                    <a:pt x="13403" y="3528"/>
                  </a:lnTo>
                  <a:lnTo>
                    <a:pt x="14512" y="3024"/>
                  </a:lnTo>
                  <a:lnTo>
                    <a:pt x="15721" y="2570"/>
                  </a:lnTo>
                  <a:lnTo>
                    <a:pt x="16981" y="2218"/>
                  </a:lnTo>
                  <a:lnTo>
                    <a:pt x="18240" y="1966"/>
                  </a:lnTo>
                  <a:lnTo>
                    <a:pt x="19500" y="1764"/>
                  </a:lnTo>
                  <a:lnTo>
                    <a:pt x="20861" y="1663"/>
                  </a:lnTo>
                  <a:close/>
                  <a:moveTo>
                    <a:pt x="22423" y="1"/>
                  </a:moveTo>
                  <a:lnTo>
                    <a:pt x="21616" y="51"/>
                  </a:lnTo>
                  <a:lnTo>
                    <a:pt x="20155" y="101"/>
                  </a:lnTo>
                  <a:lnTo>
                    <a:pt x="18694" y="303"/>
                  </a:lnTo>
                  <a:lnTo>
                    <a:pt x="17283" y="555"/>
                  </a:lnTo>
                  <a:lnTo>
                    <a:pt x="15923" y="907"/>
                  </a:lnTo>
                  <a:lnTo>
                    <a:pt x="14562" y="1361"/>
                  </a:lnTo>
                  <a:lnTo>
                    <a:pt x="13252" y="1915"/>
                  </a:lnTo>
                  <a:lnTo>
                    <a:pt x="11942" y="2520"/>
                  </a:lnTo>
                  <a:lnTo>
                    <a:pt x="10733" y="3225"/>
                  </a:lnTo>
                  <a:lnTo>
                    <a:pt x="9523" y="3981"/>
                  </a:lnTo>
                  <a:lnTo>
                    <a:pt x="8415" y="4838"/>
                  </a:lnTo>
                  <a:lnTo>
                    <a:pt x="7306" y="5745"/>
                  </a:lnTo>
                  <a:lnTo>
                    <a:pt x="6299" y="6752"/>
                  </a:lnTo>
                  <a:lnTo>
                    <a:pt x="5341" y="7811"/>
                  </a:lnTo>
                  <a:lnTo>
                    <a:pt x="4434" y="8919"/>
                  </a:lnTo>
                  <a:lnTo>
                    <a:pt x="3628" y="10128"/>
                  </a:lnTo>
                  <a:lnTo>
                    <a:pt x="2872" y="11388"/>
                  </a:lnTo>
                  <a:lnTo>
                    <a:pt x="2217" y="12648"/>
                  </a:lnTo>
                  <a:lnTo>
                    <a:pt x="1612" y="13958"/>
                  </a:lnTo>
                  <a:lnTo>
                    <a:pt x="1159" y="15318"/>
                  </a:lnTo>
                  <a:lnTo>
                    <a:pt x="756" y="16679"/>
                  </a:lnTo>
                  <a:lnTo>
                    <a:pt x="403" y="18090"/>
                  </a:lnTo>
                  <a:lnTo>
                    <a:pt x="202" y="19501"/>
                  </a:lnTo>
                  <a:lnTo>
                    <a:pt x="50" y="20911"/>
                  </a:lnTo>
                  <a:lnTo>
                    <a:pt x="0" y="22322"/>
                  </a:lnTo>
                  <a:lnTo>
                    <a:pt x="0" y="23481"/>
                  </a:lnTo>
                  <a:lnTo>
                    <a:pt x="101" y="24640"/>
                  </a:lnTo>
                  <a:lnTo>
                    <a:pt x="252" y="25749"/>
                  </a:lnTo>
                  <a:lnTo>
                    <a:pt x="454" y="26857"/>
                  </a:lnTo>
                  <a:lnTo>
                    <a:pt x="705" y="27915"/>
                  </a:lnTo>
                  <a:lnTo>
                    <a:pt x="1008" y="28973"/>
                  </a:lnTo>
                  <a:lnTo>
                    <a:pt x="1361" y="30032"/>
                  </a:lnTo>
                  <a:lnTo>
                    <a:pt x="1713" y="31039"/>
                  </a:lnTo>
                  <a:lnTo>
                    <a:pt x="2167" y="32047"/>
                  </a:lnTo>
                  <a:lnTo>
                    <a:pt x="2671" y="33004"/>
                  </a:lnTo>
                  <a:lnTo>
                    <a:pt x="3225" y="33962"/>
                  </a:lnTo>
                  <a:lnTo>
                    <a:pt x="3779" y="34869"/>
                  </a:lnTo>
                  <a:lnTo>
                    <a:pt x="4434" y="35725"/>
                  </a:lnTo>
                  <a:lnTo>
                    <a:pt x="5089" y="36582"/>
                  </a:lnTo>
                  <a:lnTo>
                    <a:pt x="5795" y="37388"/>
                  </a:lnTo>
                  <a:lnTo>
                    <a:pt x="6500" y="38194"/>
                  </a:lnTo>
                  <a:lnTo>
                    <a:pt x="7306" y="38900"/>
                  </a:lnTo>
                  <a:lnTo>
                    <a:pt x="8112" y="39605"/>
                  </a:lnTo>
                  <a:lnTo>
                    <a:pt x="8969" y="40260"/>
                  </a:lnTo>
                  <a:lnTo>
                    <a:pt x="9826" y="40915"/>
                  </a:lnTo>
                  <a:lnTo>
                    <a:pt x="10733" y="41470"/>
                  </a:lnTo>
                  <a:lnTo>
                    <a:pt x="11640" y="42024"/>
                  </a:lnTo>
                  <a:lnTo>
                    <a:pt x="12647" y="42528"/>
                  </a:lnTo>
                  <a:lnTo>
                    <a:pt x="13605" y="42981"/>
                  </a:lnTo>
                  <a:lnTo>
                    <a:pt x="14613" y="43384"/>
                  </a:lnTo>
                  <a:lnTo>
                    <a:pt x="15671" y="43737"/>
                  </a:lnTo>
                  <a:lnTo>
                    <a:pt x="16729" y="44039"/>
                  </a:lnTo>
                  <a:lnTo>
                    <a:pt x="17837" y="44291"/>
                  </a:lnTo>
                  <a:lnTo>
                    <a:pt x="18896" y="44493"/>
                  </a:lnTo>
                  <a:lnTo>
                    <a:pt x="20054" y="44644"/>
                  </a:lnTo>
                  <a:lnTo>
                    <a:pt x="21163" y="44745"/>
                  </a:lnTo>
                  <a:lnTo>
                    <a:pt x="22322" y="44745"/>
                  </a:lnTo>
                  <a:lnTo>
                    <a:pt x="23783" y="44694"/>
                  </a:lnTo>
                  <a:lnTo>
                    <a:pt x="25244" y="44543"/>
                  </a:lnTo>
                  <a:lnTo>
                    <a:pt x="26655" y="44342"/>
                  </a:lnTo>
                  <a:lnTo>
                    <a:pt x="28066" y="43989"/>
                  </a:lnTo>
                  <a:lnTo>
                    <a:pt x="29477" y="43586"/>
                  </a:lnTo>
                  <a:lnTo>
                    <a:pt x="30787" y="43082"/>
                  </a:lnTo>
                  <a:lnTo>
                    <a:pt x="32097" y="42477"/>
                  </a:lnTo>
                  <a:lnTo>
                    <a:pt x="33407" y="41822"/>
                  </a:lnTo>
                  <a:lnTo>
                    <a:pt x="34617" y="41067"/>
                  </a:lnTo>
                  <a:lnTo>
                    <a:pt x="35775" y="40260"/>
                  </a:lnTo>
                  <a:lnTo>
                    <a:pt x="36884" y="39353"/>
                  </a:lnTo>
                  <a:lnTo>
                    <a:pt x="37942" y="38396"/>
                  </a:lnTo>
                  <a:lnTo>
                    <a:pt x="38950" y="37338"/>
                  </a:lnTo>
                  <a:lnTo>
                    <a:pt x="39907" y="36229"/>
                  </a:lnTo>
                  <a:lnTo>
                    <a:pt x="40764" y="35070"/>
                  </a:lnTo>
                  <a:lnTo>
                    <a:pt x="41570" y="33811"/>
                  </a:lnTo>
                  <a:lnTo>
                    <a:pt x="41973" y="33156"/>
                  </a:lnTo>
                  <a:lnTo>
                    <a:pt x="22927" y="22373"/>
                  </a:lnTo>
                  <a:lnTo>
                    <a:pt x="22876" y="22272"/>
                  </a:lnTo>
                  <a:lnTo>
                    <a:pt x="22775" y="21970"/>
                  </a:lnTo>
                  <a:lnTo>
                    <a:pt x="22423" y="1"/>
                  </a:lnTo>
                  <a:close/>
                </a:path>
              </a:pathLst>
            </a:custGeom>
            <a:solidFill>
              <a:srgbClr val="34A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6591887" y="1700003"/>
              <a:ext cx="10684" cy="9206"/>
            </a:xfrm>
            <a:custGeom>
              <a:rect b="b" l="l" r="r" t="t"/>
              <a:pathLst>
                <a:path extrusionOk="0" h="1563" w="1814">
                  <a:moveTo>
                    <a:pt x="605" y="1"/>
                  </a:moveTo>
                  <a:lnTo>
                    <a:pt x="453" y="51"/>
                  </a:lnTo>
                  <a:lnTo>
                    <a:pt x="202" y="253"/>
                  </a:lnTo>
                  <a:lnTo>
                    <a:pt x="50" y="505"/>
                  </a:lnTo>
                  <a:lnTo>
                    <a:pt x="0" y="656"/>
                  </a:lnTo>
                  <a:lnTo>
                    <a:pt x="0" y="807"/>
                  </a:lnTo>
                  <a:lnTo>
                    <a:pt x="0" y="958"/>
                  </a:lnTo>
                  <a:lnTo>
                    <a:pt x="50" y="1109"/>
                  </a:lnTo>
                  <a:lnTo>
                    <a:pt x="202" y="1361"/>
                  </a:lnTo>
                  <a:lnTo>
                    <a:pt x="453" y="1512"/>
                  </a:lnTo>
                  <a:lnTo>
                    <a:pt x="605" y="1563"/>
                  </a:lnTo>
                  <a:lnTo>
                    <a:pt x="1209" y="1563"/>
                  </a:lnTo>
                  <a:lnTo>
                    <a:pt x="1360" y="1512"/>
                  </a:lnTo>
                  <a:lnTo>
                    <a:pt x="1612" y="1361"/>
                  </a:lnTo>
                  <a:lnTo>
                    <a:pt x="1764" y="1109"/>
                  </a:lnTo>
                  <a:lnTo>
                    <a:pt x="1814" y="958"/>
                  </a:lnTo>
                  <a:lnTo>
                    <a:pt x="1814" y="807"/>
                  </a:lnTo>
                  <a:lnTo>
                    <a:pt x="1814" y="656"/>
                  </a:lnTo>
                  <a:lnTo>
                    <a:pt x="1764" y="505"/>
                  </a:lnTo>
                  <a:lnTo>
                    <a:pt x="1612" y="253"/>
                  </a:lnTo>
                  <a:lnTo>
                    <a:pt x="1360" y="51"/>
                  </a:lnTo>
                  <a:lnTo>
                    <a:pt x="1209" y="1"/>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6619187" y="1700003"/>
              <a:ext cx="188168" cy="9206"/>
            </a:xfrm>
            <a:custGeom>
              <a:rect b="b" l="l" r="r" t="t"/>
              <a:pathLst>
                <a:path extrusionOk="0" h="1563" w="31947">
                  <a:moveTo>
                    <a:pt x="656" y="1"/>
                  </a:moveTo>
                  <a:lnTo>
                    <a:pt x="505" y="51"/>
                  </a:lnTo>
                  <a:lnTo>
                    <a:pt x="253" y="253"/>
                  </a:lnTo>
                  <a:lnTo>
                    <a:pt x="51" y="505"/>
                  </a:lnTo>
                  <a:lnTo>
                    <a:pt x="1" y="656"/>
                  </a:lnTo>
                  <a:lnTo>
                    <a:pt x="1" y="807"/>
                  </a:lnTo>
                  <a:lnTo>
                    <a:pt x="1" y="958"/>
                  </a:lnTo>
                  <a:lnTo>
                    <a:pt x="51" y="1109"/>
                  </a:lnTo>
                  <a:lnTo>
                    <a:pt x="253" y="1361"/>
                  </a:lnTo>
                  <a:lnTo>
                    <a:pt x="505" y="1512"/>
                  </a:lnTo>
                  <a:lnTo>
                    <a:pt x="656" y="1563"/>
                  </a:lnTo>
                  <a:lnTo>
                    <a:pt x="1512" y="1563"/>
                  </a:lnTo>
                  <a:lnTo>
                    <a:pt x="1663" y="1512"/>
                  </a:lnTo>
                  <a:lnTo>
                    <a:pt x="1915" y="1361"/>
                  </a:lnTo>
                  <a:lnTo>
                    <a:pt x="2067" y="1109"/>
                  </a:lnTo>
                  <a:lnTo>
                    <a:pt x="2117" y="958"/>
                  </a:lnTo>
                  <a:lnTo>
                    <a:pt x="2117" y="807"/>
                  </a:lnTo>
                  <a:lnTo>
                    <a:pt x="2117" y="656"/>
                  </a:lnTo>
                  <a:lnTo>
                    <a:pt x="2067" y="505"/>
                  </a:lnTo>
                  <a:lnTo>
                    <a:pt x="1915" y="253"/>
                  </a:lnTo>
                  <a:lnTo>
                    <a:pt x="1663" y="51"/>
                  </a:lnTo>
                  <a:lnTo>
                    <a:pt x="1512" y="1"/>
                  </a:lnTo>
                  <a:close/>
                  <a:moveTo>
                    <a:pt x="5594" y="1"/>
                  </a:moveTo>
                  <a:lnTo>
                    <a:pt x="5443" y="51"/>
                  </a:lnTo>
                  <a:lnTo>
                    <a:pt x="5191" y="253"/>
                  </a:lnTo>
                  <a:lnTo>
                    <a:pt x="5039" y="505"/>
                  </a:lnTo>
                  <a:lnTo>
                    <a:pt x="4989" y="656"/>
                  </a:lnTo>
                  <a:lnTo>
                    <a:pt x="4989" y="807"/>
                  </a:lnTo>
                  <a:lnTo>
                    <a:pt x="4989" y="958"/>
                  </a:lnTo>
                  <a:lnTo>
                    <a:pt x="5039" y="1109"/>
                  </a:lnTo>
                  <a:lnTo>
                    <a:pt x="5191" y="1361"/>
                  </a:lnTo>
                  <a:lnTo>
                    <a:pt x="5443" y="1512"/>
                  </a:lnTo>
                  <a:lnTo>
                    <a:pt x="5594" y="1563"/>
                  </a:lnTo>
                  <a:lnTo>
                    <a:pt x="6450" y="1563"/>
                  </a:lnTo>
                  <a:lnTo>
                    <a:pt x="6602" y="1512"/>
                  </a:lnTo>
                  <a:lnTo>
                    <a:pt x="6853" y="1361"/>
                  </a:lnTo>
                  <a:lnTo>
                    <a:pt x="7055" y="1109"/>
                  </a:lnTo>
                  <a:lnTo>
                    <a:pt x="7105" y="958"/>
                  </a:lnTo>
                  <a:lnTo>
                    <a:pt x="7105" y="807"/>
                  </a:lnTo>
                  <a:lnTo>
                    <a:pt x="7105" y="656"/>
                  </a:lnTo>
                  <a:lnTo>
                    <a:pt x="7055" y="505"/>
                  </a:lnTo>
                  <a:lnTo>
                    <a:pt x="6853" y="253"/>
                  </a:lnTo>
                  <a:lnTo>
                    <a:pt x="6602" y="51"/>
                  </a:lnTo>
                  <a:lnTo>
                    <a:pt x="6450" y="1"/>
                  </a:lnTo>
                  <a:close/>
                  <a:moveTo>
                    <a:pt x="10582" y="1"/>
                  </a:moveTo>
                  <a:lnTo>
                    <a:pt x="10431" y="51"/>
                  </a:lnTo>
                  <a:lnTo>
                    <a:pt x="10179" y="253"/>
                  </a:lnTo>
                  <a:lnTo>
                    <a:pt x="10028" y="505"/>
                  </a:lnTo>
                  <a:lnTo>
                    <a:pt x="9978" y="656"/>
                  </a:lnTo>
                  <a:lnTo>
                    <a:pt x="9927" y="807"/>
                  </a:lnTo>
                  <a:lnTo>
                    <a:pt x="9978" y="958"/>
                  </a:lnTo>
                  <a:lnTo>
                    <a:pt x="10028" y="1109"/>
                  </a:lnTo>
                  <a:lnTo>
                    <a:pt x="10179" y="1361"/>
                  </a:lnTo>
                  <a:lnTo>
                    <a:pt x="10431" y="1512"/>
                  </a:lnTo>
                  <a:lnTo>
                    <a:pt x="10582" y="1563"/>
                  </a:lnTo>
                  <a:lnTo>
                    <a:pt x="11439" y="1563"/>
                  </a:lnTo>
                  <a:lnTo>
                    <a:pt x="11590" y="1512"/>
                  </a:lnTo>
                  <a:lnTo>
                    <a:pt x="11842" y="1361"/>
                  </a:lnTo>
                  <a:lnTo>
                    <a:pt x="11993" y="1109"/>
                  </a:lnTo>
                  <a:lnTo>
                    <a:pt x="12043" y="958"/>
                  </a:lnTo>
                  <a:lnTo>
                    <a:pt x="12094" y="807"/>
                  </a:lnTo>
                  <a:lnTo>
                    <a:pt x="12043" y="656"/>
                  </a:lnTo>
                  <a:lnTo>
                    <a:pt x="11993" y="505"/>
                  </a:lnTo>
                  <a:lnTo>
                    <a:pt x="11842" y="253"/>
                  </a:lnTo>
                  <a:lnTo>
                    <a:pt x="11590" y="51"/>
                  </a:lnTo>
                  <a:lnTo>
                    <a:pt x="11439" y="1"/>
                  </a:lnTo>
                  <a:close/>
                  <a:moveTo>
                    <a:pt x="15520" y="1"/>
                  </a:moveTo>
                  <a:lnTo>
                    <a:pt x="15369" y="51"/>
                  </a:lnTo>
                  <a:lnTo>
                    <a:pt x="15167" y="253"/>
                  </a:lnTo>
                  <a:lnTo>
                    <a:pt x="14966" y="505"/>
                  </a:lnTo>
                  <a:lnTo>
                    <a:pt x="14916" y="656"/>
                  </a:lnTo>
                  <a:lnTo>
                    <a:pt x="14916" y="807"/>
                  </a:lnTo>
                  <a:lnTo>
                    <a:pt x="14916" y="958"/>
                  </a:lnTo>
                  <a:lnTo>
                    <a:pt x="14966" y="1109"/>
                  </a:lnTo>
                  <a:lnTo>
                    <a:pt x="15167" y="1361"/>
                  </a:lnTo>
                  <a:lnTo>
                    <a:pt x="15369" y="1512"/>
                  </a:lnTo>
                  <a:lnTo>
                    <a:pt x="15520" y="1563"/>
                  </a:lnTo>
                  <a:lnTo>
                    <a:pt x="16427" y="1563"/>
                  </a:lnTo>
                  <a:lnTo>
                    <a:pt x="16578" y="1512"/>
                  </a:lnTo>
                  <a:lnTo>
                    <a:pt x="16830" y="1361"/>
                  </a:lnTo>
                  <a:lnTo>
                    <a:pt x="16981" y="1109"/>
                  </a:lnTo>
                  <a:lnTo>
                    <a:pt x="17032" y="958"/>
                  </a:lnTo>
                  <a:lnTo>
                    <a:pt x="17032" y="807"/>
                  </a:lnTo>
                  <a:lnTo>
                    <a:pt x="17032" y="656"/>
                  </a:lnTo>
                  <a:lnTo>
                    <a:pt x="16981" y="505"/>
                  </a:lnTo>
                  <a:lnTo>
                    <a:pt x="16830" y="253"/>
                  </a:lnTo>
                  <a:lnTo>
                    <a:pt x="16578" y="51"/>
                  </a:lnTo>
                  <a:lnTo>
                    <a:pt x="16427" y="1"/>
                  </a:lnTo>
                  <a:close/>
                  <a:moveTo>
                    <a:pt x="20509" y="1"/>
                  </a:moveTo>
                  <a:lnTo>
                    <a:pt x="20357" y="51"/>
                  </a:lnTo>
                  <a:lnTo>
                    <a:pt x="20105" y="253"/>
                  </a:lnTo>
                  <a:lnTo>
                    <a:pt x="19954" y="505"/>
                  </a:lnTo>
                  <a:lnTo>
                    <a:pt x="19904" y="656"/>
                  </a:lnTo>
                  <a:lnTo>
                    <a:pt x="19904" y="807"/>
                  </a:lnTo>
                  <a:lnTo>
                    <a:pt x="19904" y="958"/>
                  </a:lnTo>
                  <a:lnTo>
                    <a:pt x="19954" y="1109"/>
                  </a:lnTo>
                  <a:lnTo>
                    <a:pt x="20105" y="1361"/>
                  </a:lnTo>
                  <a:lnTo>
                    <a:pt x="20357" y="1512"/>
                  </a:lnTo>
                  <a:lnTo>
                    <a:pt x="20509" y="1563"/>
                  </a:lnTo>
                  <a:lnTo>
                    <a:pt x="21365" y="1563"/>
                  </a:lnTo>
                  <a:lnTo>
                    <a:pt x="21516" y="1512"/>
                  </a:lnTo>
                  <a:lnTo>
                    <a:pt x="21768" y="1361"/>
                  </a:lnTo>
                  <a:lnTo>
                    <a:pt x="21970" y="1109"/>
                  </a:lnTo>
                  <a:lnTo>
                    <a:pt x="21970" y="958"/>
                  </a:lnTo>
                  <a:lnTo>
                    <a:pt x="22020" y="807"/>
                  </a:lnTo>
                  <a:lnTo>
                    <a:pt x="21970" y="656"/>
                  </a:lnTo>
                  <a:lnTo>
                    <a:pt x="21970" y="505"/>
                  </a:lnTo>
                  <a:lnTo>
                    <a:pt x="21768" y="253"/>
                  </a:lnTo>
                  <a:lnTo>
                    <a:pt x="21516" y="51"/>
                  </a:lnTo>
                  <a:lnTo>
                    <a:pt x="21365" y="1"/>
                  </a:lnTo>
                  <a:close/>
                  <a:moveTo>
                    <a:pt x="25497" y="1"/>
                  </a:moveTo>
                  <a:lnTo>
                    <a:pt x="25346" y="51"/>
                  </a:lnTo>
                  <a:lnTo>
                    <a:pt x="25094" y="253"/>
                  </a:lnTo>
                  <a:lnTo>
                    <a:pt x="24892" y="505"/>
                  </a:lnTo>
                  <a:lnTo>
                    <a:pt x="24842" y="656"/>
                  </a:lnTo>
                  <a:lnTo>
                    <a:pt x="24842" y="807"/>
                  </a:lnTo>
                  <a:lnTo>
                    <a:pt x="24842" y="958"/>
                  </a:lnTo>
                  <a:lnTo>
                    <a:pt x="24892" y="1109"/>
                  </a:lnTo>
                  <a:lnTo>
                    <a:pt x="25094" y="1361"/>
                  </a:lnTo>
                  <a:lnTo>
                    <a:pt x="25346" y="1512"/>
                  </a:lnTo>
                  <a:lnTo>
                    <a:pt x="25497" y="1563"/>
                  </a:lnTo>
                  <a:lnTo>
                    <a:pt x="26354" y="1563"/>
                  </a:lnTo>
                  <a:lnTo>
                    <a:pt x="26505" y="1512"/>
                  </a:lnTo>
                  <a:lnTo>
                    <a:pt x="26757" y="1361"/>
                  </a:lnTo>
                  <a:lnTo>
                    <a:pt x="26908" y="1109"/>
                  </a:lnTo>
                  <a:lnTo>
                    <a:pt x="26958" y="958"/>
                  </a:lnTo>
                  <a:lnTo>
                    <a:pt x="26958" y="807"/>
                  </a:lnTo>
                  <a:lnTo>
                    <a:pt x="26958" y="656"/>
                  </a:lnTo>
                  <a:lnTo>
                    <a:pt x="26908" y="505"/>
                  </a:lnTo>
                  <a:lnTo>
                    <a:pt x="26757" y="253"/>
                  </a:lnTo>
                  <a:lnTo>
                    <a:pt x="26505" y="51"/>
                  </a:lnTo>
                  <a:lnTo>
                    <a:pt x="26354" y="1"/>
                  </a:lnTo>
                  <a:close/>
                  <a:moveTo>
                    <a:pt x="30435" y="1"/>
                  </a:moveTo>
                  <a:lnTo>
                    <a:pt x="30284" y="51"/>
                  </a:lnTo>
                  <a:lnTo>
                    <a:pt x="30032" y="253"/>
                  </a:lnTo>
                  <a:lnTo>
                    <a:pt x="29881" y="505"/>
                  </a:lnTo>
                  <a:lnTo>
                    <a:pt x="29830" y="656"/>
                  </a:lnTo>
                  <a:lnTo>
                    <a:pt x="29830" y="807"/>
                  </a:lnTo>
                  <a:lnTo>
                    <a:pt x="29830" y="958"/>
                  </a:lnTo>
                  <a:lnTo>
                    <a:pt x="29881" y="1109"/>
                  </a:lnTo>
                  <a:lnTo>
                    <a:pt x="30032" y="1361"/>
                  </a:lnTo>
                  <a:lnTo>
                    <a:pt x="30284" y="1512"/>
                  </a:lnTo>
                  <a:lnTo>
                    <a:pt x="30435" y="1563"/>
                  </a:lnTo>
                  <a:lnTo>
                    <a:pt x="31342" y="1563"/>
                  </a:lnTo>
                  <a:lnTo>
                    <a:pt x="31443" y="1512"/>
                  </a:lnTo>
                  <a:lnTo>
                    <a:pt x="31695" y="1361"/>
                  </a:lnTo>
                  <a:lnTo>
                    <a:pt x="31896" y="1109"/>
                  </a:lnTo>
                  <a:lnTo>
                    <a:pt x="31947" y="958"/>
                  </a:lnTo>
                  <a:lnTo>
                    <a:pt x="31947" y="807"/>
                  </a:lnTo>
                  <a:lnTo>
                    <a:pt x="31947" y="656"/>
                  </a:lnTo>
                  <a:lnTo>
                    <a:pt x="31896" y="505"/>
                  </a:lnTo>
                  <a:lnTo>
                    <a:pt x="31695" y="253"/>
                  </a:lnTo>
                  <a:lnTo>
                    <a:pt x="31443" y="51"/>
                  </a:lnTo>
                  <a:lnTo>
                    <a:pt x="31342" y="1"/>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6824265" y="1700003"/>
              <a:ext cx="10690" cy="9206"/>
            </a:xfrm>
            <a:custGeom>
              <a:rect b="b" l="l" r="r" t="t"/>
              <a:pathLst>
                <a:path extrusionOk="0" h="1563" w="1815">
                  <a:moveTo>
                    <a:pt x="605" y="1"/>
                  </a:moveTo>
                  <a:lnTo>
                    <a:pt x="454" y="51"/>
                  </a:lnTo>
                  <a:lnTo>
                    <a:pt x="202" y="253"/>
                  </a:lnTo>
                  <a:lnTo>
                    <a:pt x="51" y="505"/>
                  </a:lnTo>
                  <a:lnTo>
                    <a:pt x="1" y="656"/>
                  </a:lnTo>
                  <a:lnTo>
                    <a:pt x="1" y="807"/>
                  </a:lnTo>
                  <a:lnTo>
                    <a:pt x="1" y="958"/>
                  </a:lnTo>
                  <a:lnTo>
                    <a:pt x="51" y="1109"/>
                  </a:lnTo>
                  <a:lnTo>
                    <a:pt x="202" y="1361"/>
                  </a:lnTo>
                  <a:lnTo>
                    <a:pt x="454" y="1512"/>
                  </a:lnTo>
                  <a:lnTo>
                    <a:pt x="605" y="1563"/>
                  </a:lnTo>
                  <a:lnTo>
                    <a:pt x="1160" y="1563"/>
                  </a:lnTo>
                  <a:lnTo>
                    <a:pt x="1311" y="1512"/>
                  </a:lnTo>
                  <a:lnTo>
                    <a:pt x="1563" y="1361"/>
                  </a:lnTo>
                  <a:lnTo>
                    <a:pt x="1764" y="1109"/>
                  </a:lnTo>
                  <a:lnTo>
                    <a:pt x="1815" y="958"/>
                  </a:lnTo>
                  <a:lnTo>
                    <a:pt x="1815" y="807"/>
                  </a:lnTo>
                  <a:lnTo>
                    <a:pt x="1815" y="656"/>
                  </a:lnTo>
                  <a:lnTo>
                    <a:pt x="1764" y="505"/>
                  </a:lnTo>
                  <a:lnTo>
                    <a:pt x="1563" y="253"/>
                  </a:lnTo>
                  <a:lnTo>
                    <a:pt x="1311" y="51"/>
                  </a:lnTo>
                  <a:lnTo>
                    <a:pt x="1160" y="1"/>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6705552" y="1744226"/>
              <a:ext cx="227937" cy="9206"/>
            </a:xfrm>
            <a:custGeom>
              <a:rect b="b" l="l" r="r" t="t"/>
              <a:pathLst>
                <a:path extrusionOk="0" h="1563" w="38699">
                  <a:moveTo>
                    <a:pt x="1" y="1"/>
                  </a:moveTo>
                  <a:lnTo>
                    <a:pt x="1" y="1563"/>
                  </a:lnTo>
                  <a:lnTo>
                    <a:pt x="38699" y="1563"/>
                  </a:lnTo>
                  <a:lnTo>
                    <a:pt x="38699" y="1"/>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8046429" y="1730873"/>
              <a:ext cx="76276" cy="76276"/>
            </a:xfrm>
            <a:custGeom>
              <a:rect b="b" l="l" r="r" t="t"/>
              <a:pathLst>
                <a:path extrusionOk="0" h="12950" w="12950">
                  <a:moveTo>
                    <a:pt x="6500" y="1562"/>
                  </a:moveTo>
                  <a:lnTo>
                    <a:pt x="7004" y="1613"/>
                  </a:lnTo>
                  <a:lnTo>
                    <a:pt x="7458" y="1663"/>
                  </a:lnTo>
                  <a:lnTo>
                    <a:pt x="7962" y="1764"/>
                  </a:lnTo>
                  <a:lnTo>
                    <a:pt x="8415" y="1965"/>
                  </a:lnTo>
                  <a:lnTo>
                    <a:pt x="8818" y="2167"/>
                  </a:lnTo>
                  <a:lnTo>
                    <a:pt x="9221" y="2419"/>
                  </a:lnTo>
                  <a:lnTo>
                    <a:pt x="9624" y="2671"/>
                  </a:lnTo>
                  <a:lnTo>
                    <a:pt x="9977" y="3023"/>
                  </a:lnTo>
                  <a:lnTo>
                    <a:pt x="10279" y="3326"/>
                  </a:lnTo>
                  <a:lnTo>
                    <a:pt x="10582" y="3729"/>
                  </a:lnTo>
                  <a:lnTo>
                    <a:pt x="10783" y="4132"/>
                  </a:lnTo>
                  <a:lnTo>
                    <a:pt x="10985" y="4535"/>
                  </a:lnTo>
                  <a:lnTo>
                    <a:pt x="11186" y="4989"/>
                  </a:lnTo>
                  <a:lnTo>
                    <a:pt x="11287" y="5492"/>
                  </a:lnTo>
                  <a:lnTo>
                    <a:pt x="11388" y="5946"/>
                  </a:lnTo>
                  <a:lnTo>
                    <a:pt x="11388" y="6450"/>
                  </a:lnTo>
                  <a:lnTo>
                    <a:pt x="11388" y="6954"/>
                  </a:lnTo>
                  <a:lnTo>
                    <a:pt x="11287" y="7458"/>
                  </a:lnTo>
                  <a:lnTo>
                    <a:pt x="11186" y="7911"/>
                  </a:lnTo>
                  <a:lnTo>
                    <a:pt x="11035" y="8365"/>
                  </a:lnTo>
                  <a:lnTo>
                    <a:pt x="10783" y="8818"/>
                  </a:lnTo>
                  <a:lnTo>
                    <a:pt x="10582" y="9221"/>
                  </a:lnTo>
                  <a:lnTo>
                    <a:pt x="10279" y="9574"/>
                  </a:lnTo>
                  <a:lnTo>
                    <a:pt x="9977" y="9927"/>
                  </a:lnTo>
                  <a:lnTo>
                    <a:pt x="9624" y="10229"/>
                  </a:lnTo>
                  <a:lnTo>
                    <a:pt x="9221" y="10531"/>
                  </a:lnTo>
                  <a:lnTo>
                    <a:pt x="8818" y="10783"/>
                  </a:lnTo>
                  <a:lnTo>
                    <a:pt x="8415" y="10985"/>
                  </a:lnTo>
                  <a:lnTo>
                    <a:pt x="7962" y="11136"/>
                  </a:lnTo>
                  <a:lnTo>
                    <a:pt x="7508" y="11287"/>
                  </a:lnTo>
                  <a:lnTo>
                    <a:pt x="7004" y="11337"/>
                  </a:lnTo>
                  <a:lnTo>
                    <a:pt x="6500" y="11388"/>
                  </a:lnTo>
                  <a:lnTo>
                    <a:pt x="5996" y="11337"/>
                  </a:lnTo>
                  <a:lnTo>
                    <a:pt x="5493" y="11287"/>
                  </a:lnTo>
                  <a:lnTo>
                    <a:pt x="5039" y="11136"/>
                  </a:lnTo>
                  <a:lnTo>
                    <a:pt x="4586" y="10985"/>
                  </a:lnTo>
                  <a:lnTo>
                    <a:pt x="4182" y="10783"/>
                  </a:lnTo>
                  <a:lnTo>
                    <a:pt x="3779" y="10531"/>
                  </a:lnTo>
                  <a:lnTo>
                    <a:pt x="3376" y="10229"/>
                  </a:lnTo>
                  <a:lnTo>
                    <a:pt x="3024" y="9927"/>
                  </a:lnTo>
                  <a:lnTo>
                    <a:pt x="2721" y="9574"/>
                  </a:lnTo>
                  <a:lnTo>
                    <a:pt x="2419" y="9221"/>
                  </a:lnTo>
                  <a:lnTo>
                    <a:pt x="2167" y="8818"/>
                  </a:lnTo>
                  <a:lnTo>
                    <a:pt x="1965" y="8365"/>
                  </a:lnTo>
                  <a:lnTo>
                    <a:pt x="1814" y="7911"/>
                  </a:lnTo>
                  <a:lnTo>
                    <a:pt x="1713" y="7458"/>
                  </a:lnTo>
                  <a:lnTo>
                    <a:pt x="1613" y="6954"/>
                  </a:lnTo>
                  <a:lnTo>
                    <a:pt x="1613" y="6450"/>
                  </a:lnTo>
                  <a:lnTo>
                    <a:pt x="1613" y="5946"/>
                  </a:lnTo>
                  <a:lnTo>
                    <a:pt x="1713" y="5492"/>
                  </a:lnTo>
                  <a:lnTo>
                    <a:pt x="1814" y="4989"/>
                  </a:lnTo>
                  <a:lnTo>
                    <a:pt x="1965" y="4535"/>
                  </a:lnTo>
                  <a:lnTo>
                    <a:pt x="2167" y="4132"/>
                  </a:lnTo>
                  <a:lnTo>
                    <a:pt x="2419" y="3729"/>
                  </a:lnTo>
                  <a:lnTo>
                    <a:pt x="2721" y="3326"/>
                  </a:lnTo>
                  <a:lnTo>
                    <a:pt x="3024" y="3023"/>
                  </a:lnTo>
                  <a:lnTo>
                    <a:pt x="3376" y="2671"/>
                  </a:lnTo>
                  <a:lnTo>
                    <a:pt x="3779" y="2419"/>
                  </a:lnTo>
                  <a:lnTo>
                    <a:pt x="4182" y="2167"/>
                  </a:lnTo>
                  <a:lnTo>
                    <a:pt x="4586" y="1965"/>
                  </a:lnTo>
                  <a:lnTo>
                    <a:pt x="5039" y="1764"/>
                  </a:lnTo>
                  <a:lnTo>
                    <a:pt x="5493" y="1663"/>
                  </a:lnTo>
                  <a:lnTo>
                    <a:pt x="5996" y="1613"/>
                  </a:lnTo>
                  <a:lnTo>
                    <a:pt x="6500" y="1562"/>
                  </a:lnTo>
                  <a:close/>
                  <a:moveTo>
                    <a:pt x="5845" y="0"/>
                  </a:moveTo>
                  <a:lnTo>
                    <a:pt x="5190" y="101"/>
                  </a:lnTo>
                  <a:lnTo>
                    <a:pt x="4586" y="302"/>
                  </a:lnTo>
                  <a:lnTo>
                    <a:pt x="3981" y="504"/>
                  </a:lnTo>
                  <a:lnTo>
                    <a:pt x="3427" y="756"/>
                  </a:lnTo>
                  <a:lnTo>
                    <a:pt x="2872" y="1109"/>
                  </a:lnTo>
                  <a:lnTo>
                    <a:pt x="2369" y="1461"/>
                  </a:lnTo>
                  <a:lnTo>
                    <a:pt x="1915" y="1864"/>
                  </a:lnTo>
                  <a:lnTo>
                    <a:pt x="1512" y="2368"/>
                  </a:lnTo>
                  <a:lnTo>
                    <a:pt x="1109" y="2822"/>
                  </a:lnTo>
                  <a:lnTo>
                    <a:pt x="807" y="3376"/>
                  </a:lnTo>
                  <a:lnTo>
                    <a:pt x="555" y="3930"/>
                  </a:lnTo>
                  <a:lnTo>
                    <a:pt x="303" y="4535"/>
                  </a:lnTo>
                  <a:lnTo>
                    <a:pt x="151" y="5140"/>
                  </a:lnTo>
                  <a:lnTo>
                    <a:pt x="51" y="5795"/>
                  </a:lnTo>
                  <a:lnTo>
                    <a:pt x="0" y="6450"/>
                  </a:lnTo>
                  <a:lnTo>
                    <a:pt x="51" y="7105"/>
                  </a:lnTo>
                  <a:lnTo>
                    <a:pt x="151" y="7760"/>
                  </a:lnTo>
                  <a:lnTo>
                    <a:pt x="303" y="8365"/>
                  </a:lnTo>
                  <a:lnTo>
                    <a:pt x="555" y="8969"/>
                  </a:lnTo>
                  <a:lnTo>
                    <a:pt x="807" y="9523"/>
                  </a:lnTo>
                  <a:lnTo>
                    <a:pt x="1109" y="10078"/>
                  </a:lnTo>
                  <a:lnTo>
                    <a:pt x="1512" y="10582"/>
                  </a:lnTo>
                  <a:lnTo>
                    <a:pt x="1915" y="11035"/>
                  </a:lnTo>
                  <a:lnTo>
                    <a:pt x="2369" y="11438"/>
                  </a:lnTo>
                  <a:lnTo>
                    <a:pt x="2872" y="11841"/>
                  </a:lnTo>
                  <a:lnTo>
                    <a:pt x="3427" y="12144"/>
                  </a:lnTo>
                  <a:lnTo>
                    <a:pt x="3981" y="12446"/>
                  </a:lnTo>
                  <a:lnTo>
                    <a:pt x="4586" y="12647"/>
                  </a:lnTo>
                  <a:lnTo>
                    <a:pt x="5190" y="12799"/>
                  </a:lnTo>
                  <a:lnTo>
                    <a:pt x="5845" y="12899"/>
                  </a:lnTo>
                  <a:lnTo>
                    <a:pt x="6500" y="12950"/>
                  </a:lnTo>
                  <a:lnTo>
                    <a:pt x="7155" y="12899"/>
                  </a:lnTo>
                  <a:lnTo>
                    <a:pt x="7810" y="12799"/>
                  </a:lnTo>
                  <a:lnTo>
                    <a:pt x="8415" y="12647"/>
                  </a:lnTo>
                  <a:lnTo>
                    <a:pt x="9020" y="12446"/>
                  </a:lnTo>
                  <a:lnTo>
                    <a:pt x="9574" y="12144"/>
                  </a:lnTo>
                  <a:lnTo>
                    <a:pt x="10128" y="11841"/>
                  </a:lnTo>
                  <a:lnTo>
                    <a:pt x="10632" y="11438"/>
                  </a:lnTo>
                  <a:lnTo>
                    <a:pt x="11086" y="11035"/>
                  </a:lnTo>
                  <a:lnTo>
                    <a:pt x="11489" y="10582"/>
                  </a:lnTo>
                  <a:lnTo>
                    <a:pt x="11841" y="10078"/>
                  </a:lnTo>
                  <a:lnTo>
                    <a:pt x="12194" y="9574"/>
                  </a:lnTo>
                  <a:lnTo>
                    <a:pt x="12446" y="8969"/>
                  </a:lnTo>
                  <a:lnTo>
                    <a:pt x="12698" y="8415"/>
                  </a:lnTo>
                  <a:lnTo>
                    <a:pt x="12849" y="7760"/>
                  </a:lnTo>
                  <a:lnTo>
                    <a:pt x="12950" y="7105"/>
                  </a:lnTo>
                  <a:lnTo>
                    <a:pt x="12950" y="6450"/>
                  </a:lnTo>
                  <a:lnTo>
                    <a:pt x="12950" y="5795"/>
                  </a:lnTo>
                  <a:lnTo>
                    <a:pt x="12849" y="5140"/>
                  </a:lnTo>
                  <a:lnTo>
                    <a:pt x="12698" y="4535"/>
                  </a:lnTo>
                  <a:lnTo>
                    <a:pt x="12446" y="3930"/>
                  </a:lnTo>
                  <a:lnTo>
                    <a:pt x="12194" y="3376"/>
                  </a:lnTo>
                  <a:lnTo>
                    <a:pt x="11841" y="2822"/>
                  </a:lnTo>
                  <a:lnTo>
                    <a:pt x="11489" y="2368"/>
                  </a:lnTo>
                  <a:lnTo>
                    <a:pt x="11086" y="1864"/>
                  </a:lnTo>
                  <a:lnTo>
                    <a:pt x="10632" y="1461"/>
                  </a:lnTo>
                  <a:lnTo>
                    <a:pt x="10128" y="1109"/>
                  </a:lnTo>
                  <a:lnTo>
                    <a:pt x="9574" y="756"/>
                  </a:lnTo>
                  <a:lnTo>
                    <a:pt x="9020" y="504"/>
                  </a:lnTo>
                  <a:lnTo>
                    <a:pt x="8415" y="302"/>
                  </a:lnTo>
                  <a:lnTo>
                    <a:pt x="7810" y="101"/>
                  </a:lnTo>
                  <a:lnTo>
                    <a:pt x="7155" y="0"/>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7325834" y="1283027"/>
              <a:ext cx="383156" cy="383150"/>
            </a:xfrm>
            <a:custGeom>
              <a:rect b="b" l="l" r="r" t="t"/>
              <a:pathLst>
                <a:path extrusionOk="0" h="65051" w="65052">
                  <a:moveTo>
                    <a:pt x="33660" y="1562"/>
                  </a:moveTo>
                  <a:lnTo>
                    <a:pt x="34768" y="1612"/>
                  </a:lnTo>
                  <a:lnTo>
                    <a:pt x="35826" y="1713"/>
                  </a:lnTo>
                  <a:lnTo>
                    <a:pt x="36935" y="1864"/>
                  </a:lnTo>
                  <a:lnTo>
                    <a:pt x="37993" y="2016"/>
                  </a:lnTo>
                  <a:lnTo>
                    <a:pt x="39051" y="2217"/>
                  </a:lnTo>
                  <a:lnTo>
                    <a:pt x="40109" y="2469"/>
                  </a:lnTo>
                  <a:lnTo>
                    <a:pt x="41117" y="2771"/>
                  </a:lnTo>
                  <a:lnTo>
                    <a:pt x="42175" y="3074"/>
                  </a:lnTo>
                  <a:lnTo>
                    <a:pt x="43183" y="3426"/>
                  </a:lnTo>
                  <a:lnTo>
                    <a:pt x="44191" y="3830"/>
                  </a:lnTo>
                  <a:lnTo>
                    <a:pt x="45198" y="4233"/>
                  </a:lnTo>
                  <a:lnTo>
                    <a:pt x="46156" y="4736"/>
                  </a:lnTo>
                  <a:lnTo>
                    <a:pt x="47113" y="5190"/>
                  </a:lnTo>
                  <a:lnTo>
                    <a:pt x="48070" y="5744"/>
                  </a:lnTo>
                  <a:lnTo>
                    <a:pt x="49028" y="6299"/>
                  </a:lnTo>
                  <a:lnTo>
                    <a:pt x="49834" y="6853"/>
                  </a:lnTo>
                  <a:lnTo>
                    <a:pt x="50640" y="7407"/>
                  </a:lnTo>
                  <a:lnTo>
                    <a:pt x="51446" y="8012"/>
                  </a:lnTo>
                  <a:lnTo>
                    <a:pt x="52202" y="8616"/>
                  </a:lnTo>
                  <a:lnTo>
                    <a:pt x="52958" y="9271"/>
                  </a:lnTo>
                  <a:lnTo>
                    <a:pt x="53714" y="9926"/>
                  </a:lnTo>
                  <a:lnTo>
                    <a:pt x="54419" y="10581"/>
                  </a:lnTo>
                  <a:lnTo>
                    <a:pt x="55074" y="11287"/>
                  </a:lnTo>
                  <a:lnTo>
                    <a:pt x="55729" y="12043"/>
                  </a:lnTo>
                  <a:lnTo>
                    <a:pt x="56384" y="12748"/>
                  </a:lnTo>
                  <a:lnTo>
                    <a:pt x="56989" y="13504"/>
                  </a:lnTo>
                  <a:lnTo>
                    <a:pt x="57594" y="14310"/>
                  </a:lnTo>
                  <a:lnTo>
                    <a:pt x="58148" y="15116"/>
                  </a:lnTo>
                  <a:lnTo>
                    <a:pt x="58652" y="15923"/>
                  </a:lnTo>
                  <a:lnTo>
                    <a:pt x="59156" y="16729"/>
                  </a:lnTo>
                  <a:lnTo>
                    <a:pt x="59660" y="17585"/>
                  </a:lnTo>
                  <a:lnTo>
                    <a:pt x="60113" y="18442"/>
                  </a:lnTo>
                  <a:lnTo>
                    <a:pt x="60516" y="19299"/>
                  </a:lnTo>
                  <a:lnTo>
                    <a:pt x="60919" y="20206"/>
                  </a:lnTo>
                  <a:lnTo>
                    <a:pt x="61323" y="21062"/>
                  </a:lnTo>
                  <a:lnTo>
                    <a:pt x="61625" y="22019"/>
                  </a:lnTo>
                  <a:lnTo>
                    <a:pt x="61978" y="22926"/>
                  </a:lnTo>
                  <a:lnTo>
                    <a:pt x="62229" y="23833"/>
                  </a:lnTo>
                  <a:lnTo>
                    <a:pt x="62532" y="24791"/>
                  </a:lnTo>
                  <a:lnTo>
                    <a:pt x="62733" y="25748"/>
                  </a:lnTo>
                  <a:lnTo>
                    <a:pt x="62935" y="26706"/>
                  </a:lnTo>
                  <a:lnTo>
                    <a:pt x="63086" y="27663"/>
                  </a:lnTo>
                  <a:lnTo>
                    <a:pt x="63237" y="28620"/>
                  </a:lnTo>
                  <a:lnTo>
                    <a:pt x="63338" y="29628"/>
                  </a:lnTo>
                  <a:lnTo>
                    <a:pt x="63439" y="30585"/>
                  </a:lnTo>
                  <a:lnTo>
                    <a:pt x="63489" y="31593"/>
                  </a:lnTo>
                  <a:lnTo>
                    <a:pt x="63489" y="32601"/>
                  </a:lnTo>
                  <a:lnTo>
                    <a:pt x="63439" y="34213"/>
                  </a:lnTo>
                  <a:lnTo>
                    <a:pt x="63338" y="35775"/>
                  </a:lnTo>
                  <a:lnTo>
                    <a:pt x="63136" y="37337"/>
                  </a:lnTo>
                  <a:lnTo>
                    <a:pt x="62834" y="38849"/>
                  </a:lnTo>
                  <a:lnTo>
                    <a:pt x="62481" y="40361"/>
                  </a:lnTo>
                  <a:lnTo>
                    <a:pt x="62078" y="41822"/>
                  </a:lnTo>
                  <a:lnTo>
                    <a:pt x="61574" y="43233"/>
                  </a:lnTo>
                  <a:lnTo>
                    <a:pt x="61020" y="44644"/>
                  </a:lnTo>
                  <a:lnTo>
                    <a:pt x="60416" y="46004"/>
                  </a:lnTo>
                  <a:lnTo>
                    <a:pt x="59710" y="47365"/>
                  </a:lnTo>
                  <a:lnTo>
                    <a:pt x="58954" y="48675"/>
                  </a:lnTo>
                  <a:lnTo>
                    <a:pt x="58148" y="49934"/>
                  </a:lnTo>
                  <a:lnTo>
                    <a:pt x="57291" y="51144"/>
                  </a:lnTo>
                  <a:lnTo>
                    <a:pt x="56384" y="52303"/>
                  </a:lnTo>
                  <a:lnTo>
                    <a:pt x="55377" y="53411"/>
                  </a:lnTo>
                  <a:lnTo>
                    <a:pt x="54369" y="54469"/>
                  </a:lnTo>
                  <a:lnTo>
                    <a:pt x="53260" y="55527"/>
                  </a:lnTo>
                  <a:lnTo>
                    <a:pt x="52152" y="56485"/>
                  </a:lnTo>
                  <a:lnTo>
                    <a:pt x="50993" y="57392"/>
                  </a:lnTo>
                  <a:lnTo>
                    <a:pt x="49784" y="58248"/>
                  </a:lnTo>
                  <a:lnTo>
                    <a:pt x="48524" y="59054"/>
                  </a:lnTo>
                  <a:lnTo>
                    <a:pt x="47214" y="59810"/>
                  </a:lnTo>
                  <a:lnTo>
                    <a:pt x="45853" y="60465"/>
                  </a:lnTo>
                  <a:lnTo>
                    <a:pt x="44493" y="61120"/>
                  </a:lnTo>
                  <a:lnTo>
                    <a:pt x="43082" y="61675"/>
                  </a:lnTo>
                  <a:lnTo>
                    <a:pt x="41671" y="62128"/>
                  </a:lnTo>
                  <a:lnTo>
                    <a:pt x="40160" y="62531"/>
                  </a:lnTo>
                  <a:lnTo>
                    <a:pt x="38698" y="62884"/>
                  </a:lnTo>
                  <a:lnTo>
                    <a:pt x="37136" y="63136"/>
                  </a:lnTo>
                  <a:lnTo>
                    <a:pt x="35574" y="63337"/>
                  </a:lnTo>
                  <a:lnTo>
                    <a:pt x="34012" y="63489"/>
                  </a:lnTo>
                  <a:lnTo>
                    <a:pt x="32450" y="63489"/>
                  </a:lnTo>
                  <a:lnTo>
                    <a:pt x="30838" y="63438"/>
                  </a:lnTo>
                  <a:lnTo>
                    <a:pt x="29276" y="63337"/>
                  </a:lnTo>
                  <a:lnTo>
                    <a:pt x="27714" y="63136"/>
                  </a:lnTo>
                  <a:lnTo>
                    <a:pt x="26202" y="62884"/>
                  </a:lnTo>
                  <a:lnTo>
                    <a:pt x="24690" y="62531"/>
                  </a:lnTo>
                  <a:lnTo>
                    <a:pt x="23229" y="62078"/>
                  </a:lnTo>
                  <a:lnTo>
                    <a:pt x="21768" y="61574"/>
                  </a:lnTo>
                  <a:lnTo>
                    <a:pt x="20357" y="61020"/>
                  </a:lnTo>
                  <a:lnTo>
                    <a:pt x="18997" y="60415"/>
                  </a:lnTo>
                  <a:lnTo>
                    <a:pt x="17687" y="59710"/>
                  </a:lnTo>
                  <a:lnTo>
                    <a:pt x="16376" y="59004"/>
                  </a:lnTo>
                  <a:lnTo>
                    <a:pt x="15117" y="58147"/>
                  </a:lnTo>
                  <a:lnTo>
                    <a:pt x="13907" y="57291"/>
                  </a:lnTo>
                  <a:lnTo>
                    <a:pt x="12749" y="56384"/>
                  </a:lnTo>
                  <a:lnTo>
                    <a:pt x="11640" y="55427"/>
                  </a:lnTo>
                  <a:lnTo>
                    <a:pt x="10531" y="54368"/>
                  </a:lnTo>
                  <a:lnTo>
                    <a:pt x="9524" y="53310"/>
                  </a:lnTo>
                  <a:lnTo>
                    <a:pt x="8566" y="52151"/>
                  </a:lnTo>
                  <a:lnTo>
                    <a:pt x="7609" y="50992"/>
                  </a:lnTo>
                  <a:lnTo>
                    <a:pt x="6752" y="49783"/>
                  </a:lnTo>
                  <a:lnTo>
                    <a:pt x="5946" y="48523"/>
                  </a:lnTo>
                  <a:lnTo>
                    <a:pt x="5241" y="47213"/>
                  </a:lnTo>
                  <a:lnTo>
                    <a:pt x="4535" y="45903"/>
                  </a:lnTo>
                  <a:lnTo>
                    <a:pt x="3931" y="44492"/>
                  </a:lnTo>
                  <a:lnTo>
                    <a:pt x="3376" y="43082"/>
                  </a:lnTo>
                  <a:lnTo>
                    <a:pt x="2872" y="41671"/>
                  </a:lnTo>
                  <a:lnTo>
                    <a:pt x="2469" y="40209"/>
                  </a:lnTo>
                  <a:lnTo>
                    <a:pt x="2117" y="38698"/>
                  </a:lnTo>
                  <a:lnTo>
                    <a:pt x="1865" y="37186"/>
                  </a:lnTo>
                  <a:lnTo>
                    <a:pt x="1663" y="35624"/>
                  </a:lnTo>
                  <a:lnTo>
                    <a:pt x="1562" y="34062"/>
                  </a:lnTo>
                  <a:lnTo>
                    <a:pt x="1512" y="32450"/>
                  </a:lnTo>
                  <a:lnTo>
                    <a:pt x="1562" y="30837"/>
                  </a:lnTo>
                  <a:lnTo>
                    <a:pt x="1714" y="29275"/>
                  </a:lnTo>
                  <a:lnTo>
                    <a:pt x="1915" y="27713"/>
                  </a:lnTo>
                  <a:lnTo>
                    <a:pt x="2167" y="26202"/>
                  </a:lnTo>
                  <a:lnTo>
                    <a:pt x="2520" y="24690"/>
                  </a:lnTo>
                  <a:lnTo>
                    <a:pt x="2923" y="23229"/>
                  </a:lnTo>
                  <a:lnTo>
                    <a:pt x="3427" y="21818"/>
                  </a:lnTo>
                  <a:lnTo>
                    <a:pt x="3981" y="20407"/>
                  </a:lnTo>
                  <a:lnTo>
                    <a:pt x="4636" y="18996"/>
                  </a:lnTo>
                  <a:lnTo>
                    <a:pt x="5291" y="17686"/>
                  </a:lnTo>
                  <a:lnTo>
                    <a:pt x="6047" y="16376"/>
                  </a:lnTo>
                  <a:lnTo>
                    <a:pt x="6853" y="15116"/>
                  </a:lnTo>
                  <a:lnTo>
                    <a:pt x="7710" y="13907"/>
                  </a:lnTo>
                  <a:lnTo>
                    <a:pt x="8667" y="12748"/>
                  </a:lnTo>
                  <a:lnTo>
                    <a:pt x="9624" y="11640"/>
                  </a:lnTo>
                  <a:lnTo>
                    <a:pt x="10632" y="10581"/>
                  </a:lnTo>
                  <a:lnTo>
                    <a:pt x="11741" y="9523"/>
                  </a:lnTo>
                  <a:lnTo>
                    <a:pt x="12849" y="8566"/>
                  </a:lnTo>
                  <a:lnTo>
                    <a:pt x="14059" y="7659"/>
                  </a:lnTo>
                  <a:lnTo>
                    <a:pt x="15268" y="6802"/>
                  </a:lnTo>
                  <a:lnTo>
                    <a:pt x="16528" y="5996"/>
                  </a:lnTo>
                  <a:lnTo>
                    <a:pt x="17787" y="5240"/>
                  </a:lnTo>
                  <a:lnTo>
                    <a:pt x="19148" y="4585"/>
                  </a:lnTo>
                  <a:lnTo>
                    <a:pt x="20508" y="3930"/>
                  </a:lnTo>
                  <a:lnTo>
                    <a:pt x="21919" y="3376"/>
                  </a:lnTo>
                  <a:lnTo>
                    <a:pt x="23380" y="2923"/>
                  </a:lnTo>
                  <a:lnTo>
                    <a:pt x="24842" y="2519"/>
                  </a:lnTo>
                  <a:lnTo>
                    <a:pt x="26353" y="2167"/>
                  </a:lnTo>
                  <a:lnTo>
                    <a:pt x="27865" y="1864"/>
                  </a:lnTo>
                  <a:lnTo>
                    <a:pt x="29427" y="1713"/>
                  </a:lnTo>
                  <a:lnTo>
                    <a:pt x="30989" y="1562"/>
                  </a:lnTo>
                  <a:close/>
                  <a:moveTo>
                    <a:pt x="30888" y="0"/>
                  </a:moveTo>
                  <a:lnTo>
                    <a:pt x="29276" y="151"/>
                  </a:lnTo>
                  <a:lnTo>
                    <a:pt x="27613" y="353"/>
                  </a:lnTo>
                  <a:lnTo>
                    <a:pt x="26051" y="605"/>
                  </a:lnTo>
                  <a:lnTo>
                    <a:pt x="24439" y="1008"/>
                  </a:lnTo>
                  <a:lnTo>
                    <a:pt x="22927" y="1411"/>
                  </a:lnTo>
                  <a:lnTo>
                    <a:pt x="21415" y="1915"/>
                  </a:lnTo>
                  <a:lnTo>
                    <a:pt x="19904" y="2519"/>
                  </a:lnTo>
                  <a:lnTo>
                    <a:pt x="18493" y="3174"/>
                  </a:lnTo>
                  <a:lnTo>
                    <a:pt x="17082" y="3880"/>
                  </a:lnTo>
                  <a:lnTo>
                    <a:pt x="15721" y="4636"/>
                  </a:lnTo>
                  <a:lnTo>
                    <a:pt x="14361" y="5492"/>
                  </a:lnTo>
                  <a:lnTo>
                    <a:pt x="13101" y="6399"/>
                  </a:lnTo>
                  <a:lnTo>
                    <a:pt x="11892" y="7357"/>
                  </a:lnTo>
                  <a:lnTo>
                    <a:pt x="10683" y="8415"/>
                  </a:lnTo>
                  <a:lnTo>
                    <a:pt x="9574" y="9473"/>
                  </a:lnTo>
                  <a:lnTo>
                    <a:pt x="8466" y="10581"/>
                  </a:lnTo>
                  <a:lnTo>
                    <a:pt x="7458" y="11791"/>
                  </a:lnTo>
                  <a:lnTo>
                    <a:pt x="6500" y="13000"/>
                  </a:lnTo>
                  <a:lnTo>
                    <a:pt x="5593" y="14260"/>
                  </a:lnTo>
                  <a:lnTo>
                    <a:pt x="4737" y="15570"/>
                  </a:lnTo>
                  <a:lnTo>
                    <a:pt x="3931" y="16981"/>
                  </a:lnTo>
                  <a:lnTo>
                    <a:pt x="3225" y="18341"/>
                  </a:lnTo>
                  <a:lnTo>
                    <a:pt x="2570" y="19802"/>
                  </a:lnTo>
                  <a:lnTo>
                    <a:pt x="1966" y="21264"/>
                  </a:lnTo>
                  <a:lnTo>
                    <a:pt x="1462" y="22775"/>
                  </a:lnTo>
                  <a:lnTo>
                    <a:pt x="1008" y="24337"/>
                  </a:lnTo>
                  <a:lnTo>
                    <a:pt x="655" y="25899"/>
                  </a:lnTo>
                  <a:lnTo>
                    <a:pt x="353" y="27512"/>
                  </a:lnTo>
                  <a:lnTo>
                    <a:pt x="152" y="29124"/>
                  </a:lnTo>
                  <a:lnTo>
                    <a:pt x="51" y="30787"/>
                  </a:lnTo>
                  <a:lnTo>
                    <a:pt x="0" y="32450"/>
                  </a:lnTo>
                  <a:lnTo>
                    <a:pt x="0" y="34113"/>
                  </a:lnTo>
                  <a:lnTo>
                    <a:pt x="152" y="35775"/>
                  </a:lnTo>
                  <a:lnTo>
                    <a:pt x="353" y="37438"/>
                  </a:lnTo>
                  <a:lnTo>
                    <a:pt x="655" y="39000"/>
                  </a:lnTo>
                  <a:lnTo>
                    <a:pt x="1008" y="40613"/>
                  </a:lnTo>
                  <a:lnTo>
                    <a:pt x="1411" y="42124"/>
                  </a:lnTo>
                  <a:lnTo>
                    <a:pt x="1915" y="43636"/>
                  </a:lnTo>
                  <a:lnTo>
                    <a:pt x="2520" y="45147"/>
                  </a:lnTo>
                  <a:lnTo>
                    <a:pt x="3175" y="46558"/>
                  </a:lnTo>
                  <a:lnTo>
                    <a:pt x="3880" y="47969"/>
                  </a:lnTo>
                  <a:lnTo>
                    <a:pt x="4686" y="49330"/>
                  </a:lnTo>
                  <a:lnTo>
                    <a:pt x="5493" y="50640"/>
                  </a:lnTo>
                  <a:lnTo>
                    <a:pt x="6400" y="51950"/>
                  </a:lnTo>
                  <a:lnTo>
                    <a:pt x="7357" y="53159"/>
                  </a:lnTo>
                  <a:lnTo>
                    <a:pt x="8415" y="54368"/>
                  </a:lnTo>
                  <a:lnTo>
                    <a:pt x="9473" y="55477"/>
                  </a:lnTo>
                  <a:lnTo>
                    <a:pt x="10582" y="56585"/>
                  </a:lnTo>
                  <a:lnTo>
                    <a:pt x="11791" y="57593"/>
                  </a:lnTo>
                  <a:lnTo>
                    <a:pt x="13000" y="58551"/>
                  </a:lnTo>
                  <a:lnTo>
                    <a:pt x="14260" y="59458"/>
                  </a:lnTo>
                  <a:lnTo>
                    <a:pt x="15621" y="60314"/>
                  </a:lnTo>
                  <a:lnTo>
                    <a:pt x="16981" y="61120"/>
                  </a:lnTo>
                  <a:lnTo>
                    <a:pt x="18342" y="61826"/>
                  </a:lnTo>
                  <a:lnTo>
                    <a:pt x="19803" y="62481"/>
                  </a:lnTo>
                  <a:lnTo>
                    <a:pt x="21264" y="63085"/>
                  </a:lnTo>
                  <a:lnTo>
                    <a:pt x="22776" y="63589"/>
                  </a:lnTo>
                  <a:lnTo>
                    <a:pt x="24338" y="64043"/>
                  </a:lnTo>
                  <a:lnTo>
                    <a:pt x="25900" y="64396"/>
                  </a:lnTo>
                  <a:lnTo>
                    <a:pt x="27512" y="64698"/>
                  </a:lnTo>
                  <a:lnTo>
                    <a:pt x="29125" y="64899"/>
                  </a:lnTo>
                  <a:lnTo>
                    <a:pt x="30787" y="65000"/>
                  </a:lnTo>
                  <a:lnTo>
                    <a:pt x="32450" y="65051"/>
                  </a:lnTo>
                  <a:lnTo>
                    <a:pt x="34264" y="65000"/>
                  </a:lnTo>
                  <a:lnTo>
                    <a:pt x="36078" y="64849"/>
                  </a:lnTo>
                  <a:lnTo>
                    <a:pt x="37842" y="64597"/>
                  </a:lnTo>
                  <a:lnTo>
                    <a:pt x="39605" y="64244"/>
                  </a:lnTo>
                  <a:lnTo>
                    <a:pt x="41268" y="63841"/>
                  </a:lnTo>
                  <a:lnTo>
                    <a:pt x="42830" y="63337"/>
                  </a:lnTo>
                  <a:lnTo>
                    <a:pt x="44392" y="62783"/>
                  </a:lnTo>
                  <a:lnTo>
                    <a:pt x="45904" y="62179"/>
                  </a:lnTo>
                  <a:lnTo>
                    <a:pt x="47365" y="61473"/>
                  </a:lnTo>
                  <a:lnTo>
                    <a:pt x="48776" y="60717"/>
                  </a:lnTo>
                  <a:lnTo>
                    <a:pt x="50136" y="59861"/>
                  </a:lnTo>
                  <a:lnTo>
                    <a:pt x="51446" y="58954"/>
                  </a:lnTo>
                  <a:lnTo>
                    <a:pt x="52706" y="57996"/>
                  </a:lnTo>
                  <a:lnTo>
                    <a:pt x="53915" y="56989"/>
                  </a:lnTo>
                  <a:lnTo>
                    <a:pt x="55074" y="55930"/>
                  </a:lnTo>
                  <a:lnTo>
                    <a:pt x="56183" y="54822"/>
                  </a:lnTo>
                  <a:lnTo>
                    <a:pt x="57241" y="53663"/>
                  </a:lnTo>
                  <a:lnTo>
                    <a:pt x="58198" y="52454"/>
                  </a:lnTo>
                  <a:lnTo>
                    <a:pt x="59156" y="51194"/>
                  </a:lnTo>
                  <a:lnTo>
                    <a:pt x="60012" y="49884"/>
                  </a:lnTo>
                  <a:lnTo>
                    <a:pt x="60819" y="48523"/>
                  </a:lnTo>
                  <a:lnTo>
                    <a:pt x="61574" y="47163"/>
                  </a:lnTo>
                  <a:lnTo>
                    <a:pt x="62229" y="45752"/>
                  </a:lnTo>
                  <a:lnTo>
                    <a:pt x="62834" y="44291"/>
                  </a:lnTo>
                  <a:lnTo>
                    <a:pt x="63388" y="42830"/>
                  </a:lnTo>
                  <a:lnTo>
                    <a:pt x="63842" y="41318"/>
                  </a:lnTo>
                  <a:lnTo>
                    <a:pt x="64245" y="39756"/>
                  </a:lnTo>
                  <a:lnTo>
                    <a:pt x="64547" y="38244"/>
                  </a:lnTo>
                  <a:lnTo>
                    <a:pt x="64799" y="36632"/>
                  </a:lnTo>
                  <a:lnTo>
                    <a:pt x="64950" y="35070"/>
                  </a:lnTo>
                  <a:lnTo>
                    <a:pt x="65051" y="33457"/>
                  </a:lnTo>
                  <a:lnTo>
                    <a:pt x="65051" y="31845"/>
                  </a:lnTo>
                  <a:lnTo>
                    <a:pt x="65001" y="30233"/>
                  </a:lnTo>
                  <a:lnTo>
                    <a:pt x="64799" y="28570"/>
                  </a:lnTo>
                  <a:lnTo>
                    <a:pt x="64598" y="26907"/>
                  </a:lnTo>
                  <a:lnTo>
                    <a:pt x="64245" y="25295"/>
                  </a:lnTo>
                  <a:lnTo>
                    <a:pt x="63892" y="23934"/>
                  </a:lnTo>
                  <a:lnTo>
                    <a:pt x="63489" y="22574"/>
                  </a:lnTo>
                  <a:lnTo>
                    <a:pt x="63036" y="21264"/>
                  </a:lnTo>
                  <a:lnTo>
                    <a:pt x="62532" y="19954"/>
                  </a:lnTo>
                  <a:lnTo>
                    <a:pt x="61978" y="18694"/>
                  </a:lnTo>
                  <a:lnTo>
                    <a:pt x="61373" y="17485"/>
                  </a:lnTo>
                  <a:lnTo>
                    <a:pt x="60718" y="16275"/>
                  </a:lnTo>
                  <a:lnTo>
                    <a:pt x="60012" y="15116"/>
                  </a:lnTo>
                  <a:lnTo>
                    <a:pt x="59257" y="13957"/>
                  </a:lnTo>
                  <a:lnTo>
                    <a:pt x="58450" y="12849"/>
                  </a:lnTo>
                  <a:lnTo>
                    <a:pt x="57644" y="11791"/>
                  </a:lnTo>
                  <a:lnTo>
                    <a:pt x="56737" y="10783"/>
                  </a:lnTo>
                  <a:lnTo>
                    <a:pt x="55830" y="9826"/>
                  </a:lnTo>
                  <a:lnTo>
                    <a:pt x="54873" y="8868"/>
                  </a:lnTo>
                  <a:lnTo>
                    <a:pt x="53865" y="7961"/>
                  </a:lnTo>
                  <a:lnTo>
                    <a:pt x="52857" y="7105"/>
                  </a:lnTo>
                  <a:lnTo>
                    <a:pt x="51749" y="6299"/>
                  </a:lnTo>
                  <a:lnTo>
                    <a:pt x="50691" y="5492"/>
                  </a:lnTo>
                  <a:lnTo>
                    <a:pt x="49532" y="4787"/>
                  </a:lnTo>
                  <a:lnTo>
                    <a:pt x="48373" y="4081"/>
                  </a:lnTo>
                  <a:lnTo>
                    <a:pt x="47163" y="3477"/>
                  </a:lnTo>
                  <a:lnTo>
                    <a:pt x="45954" y="2872"/>
                  </a:lnTo>
                  <a:lnTo>
                    <a:pt x="44745" y="2368"/>
                  </a:lnTo>
                  <a:lnTo>
                    <a:pt x="43435" y="1864"/>
                  </a:lnTo>
                  <a:lnTo>
                    <a:pt x="42175" y="1411"/>
                  </a:lnTo>
                  <a:lnTo>
                    <a:pt x="40865" y="1058"/>
                  </a:lnTo>
                  <a:lnTo>
                    <a:pt x="39505" y="756"/>
                  </a:lnTo>
                  <a:lnTo>
                    <a:pt x="38144" y="454"/>
                  </a:lnTo>
                  <a:lnTo>
                    <a:pt x="36784" y="252"/>
                  </a:lnTo>
                  <a:lnTo>
                    <a:pt x="35423" y="101"/>
                  </a:lnTo>
                  <a:lnTo>
                    <a:pt x="34012" y="0"/>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7250448" y="1627291"/>
              <a:ext cx="166504" cy="266517"/>
            </a:xfrm>
            <a:custGeom>
              <a:rect b="b" l="l" r="r" t="t"/>
              <a:pathLst>
                <a:path extrusionOk="0" h="45249" w="28269">
                  <a:moveTo>
                    <a:pt x="26958" y="1"/>
                  </a:moveTo>
                  <a:lnTo>
                    <a:pt x="1" y="44443"/>
                  </a:lnTo>
                  <a:lnTo>
                    <a:pt x="1311" y="45249"/>
                  </a:lnTo>
                  <a:lnTo>
                    <a:pt x="28268" y="807"/>
                  </a:lnTo>
                  <a:lnTo>
                    <a:pt x="26958" y="1"/>
                  </a:lnTo>
                  <a:close/>
                </a:path>
              </a:pathLst>
            </a:custGeom>
            <a:solidFill>
              <a:srgbClr val="1819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2" name="Google Shape;102;p1"/>
          <p:cNvSpPr txBox="1"/>
          <p:nvPr/>
        </p:nvSpPr>
        <p:spPr>
          <a:xfrm>
            <a:off x="57288" y="9729450"/>
            <a:ext cx="6928500" cy="29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baseline="30000" i="0" lang="en-GB" sz="700" u="none" cap="none" strike="noStrike">
                <a:solidFill>
                  <a:srgbClr val="595959"/>
                </a:solidFill>
                <a:latin typeface="Arial"/>
                <a:ea typeface="Arial"/>
                <a:cs typeface="Arial"/>
                <a:sym typeface="Arial"/>
              </a:rPr>
              <a:t>1 </a:t>
            </a:r>
            <a:r>
              <a:rPr b="0" i="0" lang="en-GB" sz="700" u="none" cap="none" strike="noStrike">
                <a:solidFill>
                  <a:srgbClr val="595959"/>
                </a:solidFill>
                <a:latin typeface="Arial"/>
                <a:ea typeface="Arial"/>
                <a:cs typeface="Arial"/>
                <a:sym typeface="Arial"/>
              </a:rPr>
              <a:t>Lightcast™ US Job Postings (Last 12 Months: Jan. 1, 2022 - Dec. 31, 2022)</a:t>
            </a:r>
            <a:endParaRPr b="0" i="0" sz="700" u="none" cap="none" strike="noStrike">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